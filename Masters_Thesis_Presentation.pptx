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tags/tag37.xml" ContentType="application/vnd.openxmlformats-officedocument.presentationml.tags+xml"/>
  <Override PartName="/ppt/theme/theme7.xml" ContentType="application/vnd.openxmlformats-officedocument.theme+xml"/>
  <Override PartName="/ppt/theme/theme8.xml" ContentType="application/vnd.openxmlformats-officedocument.theme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.xml" ContentType="application/vnd.openxmlformats-officedocument.presentationml.notesSlide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5.xml" ContentType="application/vnd.openxmlformats-officedocument.presentationml.notesSlide+xml"/>
  <Override PartName="/ppt/tags/tag52.xml" ContentType="application/vnd.openxmlformats-officedocument.presentationml.tags+xml"/>
  <Override PartName="/ppt/notesSlides/notesSlide6.xml" ContentType="application/vnd.openxmlformats-officedocument.presentationml.notesSlide+xml"/>
  <Override PartName="/ppt/tags/tag53.xml" ContentType="application/vnd.openxmlformats-officedocument.presentationml.tags+xml"/>
  <Override PartName="/ppt/notesSlides/notesSlide7.xml" ContentType="application/vnd.openxmlformats-officedocument.presentationml.notesSlide+xml"/>
  <Override PartName="/ppt/tags/tag54.xml" ContentType="application/vnd.openxmlformats-officedocument.presentationml.tags+xml"/>
  <Override PartName="/ppt/notesSlides/notesSlide8.xml" ContentType="application/vnd.openxmlformats-officedocument.presentationml.notesSlide+xml"/>
  <Override PartName="/ppt/ink/ink1.xml" ContentType="application/inkml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notesSlides/notesSlide10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60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61.xml" ContentType="application/vnd.openxmlformats-officedocument.presentationml.tags+xml"/>
  <Override PartName="/ppt/notesSlides/notesSlide14.xml" ContentType="application/vnd.openxmlformats-officedocument.presentationml.notesSlide+xml"/>
  <Override PartName="/ppt/tags/tag62.xml" ContentType="application/vnd.openxmlformats-officedocument.presentationml.tags+xml"/>
  <Override PartName="/ppt/notesSlides/notesSlide15.xml" ContentType="application/vnd.openxmlformats-officedocument.presentationml.notesSlide+xml"/>
  <Override PartName="/ppt/tags/tag63.xml" ContentType="application/vnd.openxmlformats-officedocument.presentationml.tags+xml"/>
  <Override PartName="/ppt/notesSlides/notesSlide16.xml" ContentType="application/vnd.openxmlformats-officedocument.presentationml.notesSlide+xml"/>
  <Override PartName="/ppt/tags/tag64.xml" ContentType="application/vnd.openxmlformats-officedocument.presentationml.tags+xml"/>
  <Override PartName="/ppt/notesSlides/notesSlide17.xml" ContentType="application/vnd.openxmlformats-officedocument.presentationml.notesSlide+xml"/>
  <Override PartName="/ppt/tags/tag65.xml" ContentType="application/vnd.openxmlformats-officedocument.presentationml.tags+xml"/>
  <Override PartName="/ppt/notesSlides/notesSlide18.xml" ContentType="application/vnd.openxmlformats-officedocument.presentationml.notesSlide+xml"/>
  <Override PartName="/ppt/tags/tag66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67.xml" ContentType="application/vnd.openxmlformats-officedocument.presentationml.tags+xml"/>
  <Override PartName="/ppt/notesSlides/notesSlide20.xml" ContentType="application/vnd.openxmlformats-officedocument.presentationml.notesSlide+xml"/>
  <Override PartName="/ppt/tags/tag68.xml" ContentType="application/vnd.openxmlformats-officedocument.presentationml.tags+xml"/>
  <Override PartName="/ppt/notesSlides/notesSlide21.xml" ContentType="application/vnd.openxmlformats-officedocument.presentationml.notesSlide+xml"/>
  <Override PartName="/ppt/tags/tag69.xml" ContentType="application/vnd.openxmlformats-officedocument.presentationml.tags+xml"/>
  <Override PartName="/ppt/notesSlides/notesSlide22.xml" ContentType="application/vnd.openxmlformats-officedocument.presentationml.notesSlide+xml"/>
  <Override PartName="/ppt/tags/tag70.xml" ContentType="application/vnd.openxmlformats-officedocument.presentationml.tags+xml"/>
  <Override PartName="/ppt/notesSlides/notesSlide23.xml" ContentType="application/vnd.openxmlformats-officedocument.presentationml.notesSlide+xml"/>
  <Override PartName="/ppt/tags/tag71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  <p:sldMasterId id="2147483725" r:id="rId2"/>
    <p:sldMasterId id="2147483713" r:id="rId3"/>
    <p:sldMasterId id="2147483737" r:id="rId4"/>
    <p:sldMasterId id="2147483749" r:id="rId5"/>
    <p:sldMasterId id="2147483699" r:id="rId6"/>
  </p:sldMasterIdLst>
  <p:notesMasterIdLst>
    <p:notesMasterId r:id="rId42"/>
  </p:notesMasterIdLst>
  <p:handoutMasterIdLst>
    <p:handoutMasterId r:id="rId43"/>
  </p:handoutMasterIdLst>
  <p:sldIdLst>
    <p:sldId id="2145705802" r:id="rId7"/>
    <p:sldId id="2145705808" r:id="rId8"/>
    <p:sldId id="2145705798" r:id="rId9"/>
    <p:sldId id="2145705688" r:id="rId10"/>
    <p:sldId id="2145705811" r:id="rId11"/>
    <p:sldId id="2145705812" r:id="rId12"/>
    <p:sldId id="2145705813" r:id="rId13"/>
    <p:sldId id="2145705815" r:id="rId14"/>
    <p:sldId id="2145705814" r:id="rId15"/>
    <p:sldId id="2145705816" r:id="rId16"/>
    <p:sldId id="2145705817" r:id="rId17"/>
    <p:sldId id="2145705765" r:id="rId18"/>
    <p:sldId id="2145705828" r:id="rId19"/>
    <p:sldId id="2145705818" r:id="rId20"/>
    <p:sldId id="2145705819" r:id="rId21"/>
    <p:sldId id="2145705821" r:id="rId22"/>
    <p:sldId id="2145705822" r:id="rId23"/>
    <p:sldId id="2145705842" r:id="rId24"/>
    <p:sldId id="2145705823" r:id="rId25"/>
    <p:sldId id="2145705825" r:id="rId26"/>
    <p:sldId id="2145705826" r:id="rId27"/>
    <p:sldId id="2145705827" r:id="rId28"/>
    <p:sldId id="2145705829" r:id="rId29"/>
    <p:sldId id="2145705830" r:id="rId30"/>
    <p:sldId id="2145705831" r:id="rId31"/>
    <p:sldId id="2145705843" r:id="rId32"/>
    <p:sldId id="2145705844" r:id="rId33"/>
    <p:sldId id="2145705833" r:id="rId34"/>
    <p:sldId id="2145705835" r:id="rId35"/>
    <p:sldId id="2145705837" r:id="rId36"/>
    <p:sldId id="2145705834" r:id="rId37"/>
    <p:sldId id="2145705836" r:id="rId38"/>
    <p:sldId id="2145705838" r:id="rId39"/>
    <p:sldId id="2145705839" r:id="rId40"/>
    <p:sldId id="2145705797" r:id="rId41"/>
  </p:sldIdLst>
  <p:sldSz cx="12192000" cy="6858000"/>
  <p:notesSz cx="6858000" cy="9144000"/>
  <p:custDataLst>
    <p:tags r:id="rId44"/>
  </p:custDataLst>
  <p:defaultTextStyle>
    <a:defPPr>
      <a:defRPr lang="de-DE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6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1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7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1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7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2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52E9EC7-41BA-48E0-B07B-03FAB814C7F8}">
          <p14:sldIdLst>
            <p14:sldId id="2145705802"/>
            <p14:sldId id="2145705808"/>
            <p14:sldId id="2145705798"/>
            <p14:sldId id="2145705688"/>
            <p14:sldId id="2145705811"/>
            <p14:sldId id="2145705812"/>
            <p14:sldId id="2145705813"/>
            <p14:sldId id="2145705815"/>
            <p14:sldId id="2145705814"/>
            <p14:sldId id="2145705816"/>
            <p14:sldId id="2145705817"/>
            <p14:sldId id="2145705765"/>
            <p14:sldId id="2145705828"/>
            <p14:sldId id="2145705818"/>
            <p14:sldId id="2145705819"/>
            <p14:sldId id="2145705821"/>
            <p14:sldId id="2145705822"/>
            <p14:sldId id="2145705842"/>
            <p14:sldId id="2145705823"/>
            <p14:sldId id="2145705825"/>
            <p14:sldId id="2145705826"/>
            <p14:sldId id="2145705827"/>
            <p14:sldId id="2145705829"/>
            <p14:sldId id="2145705830"/>
            <p14:sldId id="2145705831"/>
            <p14:sldId id="2145705843"/>
            <p14:sldId id="2145705844"/>
            <p14:sldId id="2145705833"/>
            <p14:sldId id="2145705835"/>
            <p14:sldId id="2145705837"/>
            <p14:sldId id="2145705834"/>
            <p14:sldId id="2145705836"/>
            <p14:sldId id="2145705838"/>
            <p14:sldId id="2145705839"/>
            <p14:sldId id="21457057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ra Zihn" initials="NZ" lastIdx="1" clrIdx="0">
    <p:extLst>
      <p:ext uri="{19B8F6BF-5375-455C-9EA6-DF929625EA0E}">
        <p15:presenceInfo xmlns:p15="http://schemas.microsoft.com/office/powerpoint/2012/main" userId="S::nora@clevisresearch.onmicrosoft.com::d972c7eb-b4b8-4979-8222-7bb3a4a94ac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2827"/>
    <a:srgbClr val="FFA152"/>
    <a:srgbClr val="E21B4B"/>
    <a:srgbClr val="25D07B"/>
    <a:srgbClr val="006B6B"/>
    <a:srgbClr val="D13895"/>
    <a:srgbClr val="4B3575"/>
    <a:srgbClr val="6AB1E7"/>
    <a:srgbClr val="042C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76966" autoAdjust="0"/>
  </p:normalViewPr>
  <p:slideViewPr>
    <p:cSldViewPr snapToGrid="0">
      <p:cViewPr varScale="1">
        <p:scale>
          <a:sx n="65" d="100"/>
          <a:sy n="65" d="100"/>
        </p:scale>
        <p:origin x="1397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8FFA35-652D-4E76-BD8D-65BF2A846A59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04CBB7-A222-446F-ABEC-4EC124B1F806}">
      <dgm:prSet phldrT="[Text]" phldr="0" custT="1"/>
      <dgm:spPr/>
      <dgm:t>
        <a:bodyPr/>
        <a:lstStyle/>
        <a:p>
          <a:r>
            <a:rPr lang="de-DE" sz="1800" dirty="0">
              <a:solidFill>
                <a:srgbClr val="FFFFFF"/>
              </a:solidFill>
            </a:rPr>
            <a:t>Challenges</a:t>
          </a:r>
          <a:endParaRPr lang="en-IN" sz="1800" dirty="0">
            <a:solidFill>
              <a:srgbClr val="FFFFFF"/>
            </a:solidFill>
          </a:endParaRPr>
        </a:p>
      </dgm:t>
    </dgm:pt>
    <dgm:pt modelId="{88940A60-36D3-414C-85C5-45C37610CFDA}" type="parTrans" cxnId="{A6E0EAA7-431A-47BA-806B-0C9C471B029F}">
      <dgm:prSet/>
      <dgm:spPr/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BD53FF60-7372-4FC9-8AF1-6CFCE30BCF32}" type="sibTrans" cxnId="{A6E0EAA7-431A-47BA-806B-0C9C471B029F}">
      <dgm:prSet/>
      <dgm:spPr/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9567329C-B6B3-49BE-9B94-C6C313477B8C}">
      <dgm:prSet phldrT="[Text]" phldr="0" custT="1"/>
      <dgm:spPr/>
      <dgm:t>
        <a:bodyPr/>
        <a:lstStyle/>
        <a:p>
          <a:r>
            <a:rPr lang="de-DE" sz="1600" dirty="0">
              <a:solidFill>
                <a:srgbClr val="FFFFFF"/>
              </a:solidFill>
            </a:rPr>
            <a:t>Data Loss</a:t>
          </a:r>
          <a:endParaRPr lang="en-IN" sz="1600" dirty="0">
            <a:solidFill>
              <a:srgbClr val="FFFFFF"/>
            </a:solidFill>
          </a:endParaRPr>
        </a:p>
      </dgm:t>
    </dgm:pt>
    <dgm:pt modelId="{2EC774A3-A8F3-464D-BD8B-5F4CCB1BFF11}" type="parTrans" cxnId="{718542F5-9B7D-48E7-808B-A6AB4201CD2A}">
      <dgm:prSet/>
      <dgm:spPr>
        <a:solidFill>
          <a:srgbClr val="FFFFFF"/>
        </a:solidFill>
        <a:ln>
          <a:solidFill>
            <a:srgbClr val="FFFFFF"/>
          </a:solidFill>
        </a:ln>
      </dgm:spPr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4A7CF1F6-A431-4C4E-BB1E-C335FC1B4526}" type="sibTrans" cxnId="{718542F5-9B7D-48E7-808B-A6AB4201CD2A}">
      <dgm:prSet/>
      <dgm:spPr/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65D6C97A-AEFA-4ABD-86D0-406E372FF3AF}">
      <dgm:prSet phldrT="[Text]" phldr="0" custT="1"/>
      <dgm:spPr/>
      <dgm:t>
        <a:bodyPr/>
        <a:lstStyle/>
        <a:p>
          <a:r>
            <a:rPr lang="de-DE" sz="1600">
              <a:solidFill>
                <a:srgbClr val="FFFFFF"/>
              </a:solidFill>
            </a:rPr>
            <a:t>Missing Values</a:t>
          </a:r>
          <a:endParaRPr lang="en-IN" sz="1600" dirty="0">
            <a:solidFill>
              <a:srgbClr val="FFFFFF"/>
            </a:solidFill>
          </a:endParaRPr>
        </a:p>
      </dgm:t>
    </dgm:pt>
    <dgm:pt modelId="{FBBEE124-F7C9-4088-92A4-60899B8EB0C3}" type="parTrans" cxnId="{7BB55A22-8298-496F-A984-EE2D366E9AC7}">
      <dgm:prSet/>
      <dgm:spPr>
        <a:ln>
          <a:solidFill>
            <a:srgbClr val="FFFFFF"/>
          </a:solidFill>
        </a:ln>
      </dgm:spPr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B873E584-6853-4AD0-B2AB-9A25BBE84DE8}" type="sibTrans" cxnId="{7BB55A22-8298-496F-A984-EE2D366E9AC7}">
      <dgm:prSet/>
      <dgm:spPr/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C8E77AA9-9DEF-4F26-AEE5-5864BA6E2D17}">
      <dgm:prSet phldrT="[Text]" phldr="0" custT="1"/>
      <dgm:spPr/>
      <dgm:t>
        <a:bodyPr/>
        <a:lstStyle/>
        <a:p>
          <a:r>
            <a:rPr lang="de-DE" sz="1600" dirty="0">
              <a:solidFill>
                <a:srgbClr val="FFFFFF"/>
              </a:solidFill>
            </a:rPr>
            <a:t>Measurement Gaps</a:t>
          </a:r>
          <a:endParaRPr lang="en-IN" sz="1600" dirty="0">
            <a:solidFill>
              <a:srgbClr val="FFFFFF"/>
            </a:solidFill>
          </a:endParaRPr>
        </a:p>
      </dgm:t>
    </dgm:pt>
    <dgm:pt modelId="{113D5A0D-1EF4-4AA8-8BAD-77C14BACAD4F}" type="parTrans" cxnId="{AC0F2E64-D152-4E67-B35D-8043F71C2722}">
      <dgm:prSet/>
      <dgm:spPr>
        <a:solidFill>
          <a:srgbClr val="FFFFFF"/>
        </a:solidFill>
        <a:ln>
          <a:solidFill>
            <a:srgbClr val="FFFFFF"/>
          </a:solidFill>
        </a:ln>
      </dgm:spPr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D95D1248-005C-4AAE-A5EE-133B088FFC5E}" type="sibTrans" cxnId="{AC0F2E64-D152-4E67-B35D-8043F71C2722}">
      <dgm:prSet/>
      <dgm:spPr/>
      <dgm:t>
        <a:bodyPr/>
        <a:lstStyle/>
        <a:p>
          <a:endParaRPr lang="en-IN" sz="2800">
            <a:solidFill>
              <a:srgbClr val="FFFFFF"/>
            </a:solidFill>
          </a:endParaRPr>
        </a:p>
      </dgm:t>
    </dgm:pt>
    <dgm:pt modelId="{FAB9BF8A-D896-4B58-AAB2-E7950202028E}" type="pres">
      <dgm:prSet presAssocID="{6E8FFA35-652D-4E76-BD8D-65BF2A846A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0ACA817-581C-4691-94C0-978648516AF7}" type="pres">
      <dgm:prSet presAssocID="{0004CBB7-A222-446F-ABEC-4EC124B1F806}" presName="hierRoot1" presStyleCnt="0">
        <dgm:presLayoutVars>
          <dgm:hierBranch val="init"/>
        </dgm:presLayoutVars>
      </dgm:prSet>
      <dgm:spPr/>
    </dgm:pt>
    <dgm:pt modelId="{941A2DCF-51FA-4994-A470-E71147F41A67}" type="pres">
      <dgm:prSet presAssocID="{0004CBB7-A222-446F-ABEC-4EC124B1F806}" presName="rootComposite1" presStyleCnt="0"/>
      <dgm:spPr/>
    </dgm:pt>
    <dgm:pt modelId="{A6FCB450-B49C-47A4-8B58-9132C1D33173}" type="pres">
      <dgm:prSet presAssocID="{0004CBB7-A222-446F-ABEC-4EC124B1F806}" presName="rootText1" presStyleLbl="node0" presStyleIdx="0" presStyleCnt="1">
        <dgm:presLayoutVars>
          <dgm:chPref val="3"/>
        </dgm:presLayoutVars>
      </dgm:prSet>
      <dgm:spPr/>
    </dgm:pt>
    <dgm:pt modelId="{1E104090-E573-4018-8570-0E368D24068F}" type="pres">
      <dgm:prSet presAssocID="{0004CBB7-A222-446F-ABEC-4EC124B1F806}" presName="rootConnector1" presStyleLbl="node1" presStyleIdx="0" presStyleCnt="0"/>
      <dgm:spPr/>
    </dgm:pt>
    <dgm:pt modelId="{FB1A62A8-5D9D-402C-BD35-39A8A1AF6F95}" type="pres">
      <dgm:prSet presAssocID="{0004CBB7-A222-446F-ABEC-4EC124B1F806}" presName="hierChild2" presStyleCnt="0"/>
      <dgm:spPr/>
    </dgm:pt>
    <dgm:pt modelId="{138B138F-A4D8-4A2D-AD31-0DF9326B73BA}" type="pres">
      <dgm:prSet presAssocID="{2EC774A3-A8F3-464D-BD8B-5F4CCB1BFF11}" presName="Name64" presStyleLbl="parChTrans1D2" presStyleIdx="0" presStyleCnt="3"/>
      <dgm:spPr/>
    </dgm:pt>
    <dgm:pt modelId="{BF424838-A305-41BB-A77E-5EDCAE3E417D}" type="pres">
      <dgm:prSet presAssocID="{9567329C-B6B3-49BE-9B94-C6C313477B8C}" presName="hierRoot2" presStyleCnt="0">
        <dgm:presLayoutVars>
          <dgm:hierBranch val="init"/>
        </dgm:presLayoutVars>
      </dgm:prSet>
      <dgm:spPr/>
    </dgm:pt>
    <dgm:pt modelId="{267B49C5-FDB0-4C17-AD2D-83549C092533}" type="pres">
      <dgm:prSet presAssocID="{9567329C-B6B3-49BE-9B94-C6C313477B8C}" presName="rootComposite" presStyleCnt="0"/>
      <dgm:spPr/>
    </dgm:pt>
    <dgm:pt modelId="{961B7798-52C8-4AA4-A876-0B0D4FF58FC2}" type="pres">
      <dgm:prSet presAssocID="{9567329C-B6B3-49BE-9B94-C6C313477B8C}" presName="rootText" presStyleLbl="node2" presStyleIdx="0" presStyleCnt="3">
        <dgm:presLayoutVars>
          <dgm:chPref val="3"/>
        </dgm:presLayoutVars>
      </dgm:prSet>
      <dgm:spPr/>
    </dgm:pt>
    <dgm:pt modelId="{E87B7A56-AB80-48B5-876B-4B5BEABBEA58}" type="pres">
      <dgm:prSet presAssocID="{9567329C-B6B3-49BE-9B94-C6C313477B8C}" presName="rootConnector" presStyleLbl="node2" presStyleIdx="0" presStyleCnt="3"/>
      <dgm:spPr/>
    </dgm:pt>
    <dgm:pt modelId="{FAF94CC0-B96C-44ED-8496-AEE3592F7E5F}" type="pres">
      <dgm:prSet presAssocID="{9567329C-B6B3-49BE-9B94-C6C313477B8C}" presName="hierChild4" presStyleCnt="0"/>
      <dgm:spPr/>
    </dgm:pt>
    <dgm:pt modelId="{B3A1D7C8-A087-4CFB-ADC6-897BBDC53045}" type="pres">
      <dgm:prSet presAssocID="{9567329C-B6B3-49BE-9B94-C6C313477B8C}" presName="hierChild5" presStyleCnt="0"/>
      <dgm:spPr/>
    </dgm:pt>
    <dgm:pt modelId="{6352C870-94F4-4CDC-AEEC-861DBBB23561}" type="pres">
      <dgm:prSet presAssocID="{FBBEE124-F7C9-4088-92A4-60899B8EB0C3}" presName="Name64" presStyleLbl="parChTrans1D2" presStyleIdx="1" presStyleCnt="3"/>
      <dgm:spPr/>
    </dgm:pt>
    <dgm:pt modelId="{AEF5EA28-A111-4602-A695-0316D599E16A}" type="pres">
      <dgm:prSet presAssocID="{65D6C97A-AEFA-4ABD-86D0-406E372FF3AF}" presName="hierRoot2" presStyleCnt="0">
        <dgm:presLayoutVars>
          <dgm:hierBranch val="init"/>
        </dgm:presLayoutVars>
      </dgm:prSet>
      <dgm:spPr/>
    </dgm:pt>
    <dgm:pt modelId="{BE87786C-2AE7-4E90-AD3C-CE843B552E28}" type="pres">
      <dgm:prSet presAssocID="{65D6C97A-AEFA-4ABD-86D0-406E372FF3AF}" presName="rootComposite" presStyleCnt="0"/>
      <dgm:spPr/>
    </dgm:pt>
    <dgm:pt modelId="{8C40E0E6-CF3C-415B-BD77-F676547888ED}" type="pres">
      <dgm:prSet presAssocID="{65D6C97A-AEFA-4ABD-86D0-406E372FF3AF}" presName="rootText" presStyleLbl="node2" presStyleIdx="1" presStyleCnt="3">
        <dgm:presLayoutVars>
          <dgm:chPref val="3"/>
        </dgm:presLayoutVars>
      </dgm:prSet>
      <dgm:spPr/>
    </dgm:pt>
    <dgm:pt modelId="{29801171-4EA3-4001-833C-F4C59D180902}" type="pres">
      <dgm:prSet presAssocID="{65D6C97A-AEFA-4ABD-86D0-406E372FF3AF}" presName="rootConnector" presStyleLbl="node2" presStyleIdx="1" presStyleCnt="3"/>
      <dgm:spPr/>
    </dgm:pt>
    <dgm:pt modelId="{44533E6C-D272-4107-8DE3-D92D8936F0BA}" type="pres">
      <dgm:prSet presAssocID="{65D6C97A-AEFA-4ABD-86D0-406E372FF3AF}" presName="hierChild4" presStyleCnt="0"/>
      <dgm:spPr/>
    </dgm:pt>
    <dgm:pt modelId="{242D0F40-C192-4BC0-9DCF-B1AE738BF032}" type="pres">
      <dgm:prSet presAssocID="{65D6C97A-AEFA-4ABD-86D0-406E372FF3AF}" presName="hierChild5" presStyleCnt="0"/>
      <dgm:spPr/>
    </dgm:pt>
    <dgm:pt modelId="{F72761D9-ACB9-49FE-9B5B-5462E44F1D20}" type="pres">
      <dgm:prSet presAssocID="{113D5A0D-1EF4-4AA8-8BAD-77C14BACAD4F}" presName="Name64" presStyleLbl="parChTrans1D2" presStyleIdx="2" presStyleCnt="3"/>
      <dgm:spPr/>
    </dgm:pt>
    <dgm:pt modelId="{481B6B1C-66D9-46ED-A621-C6C30F444E14}" type="pres">
      <dgm:prSet presAssocID="{C8E77AA9-9DEF-4F26-AEE5-5864BA6E2D17}" presName="hierRoot2" presStyleCnt="0">
        <dgm:presLayoutVars>
          <dgm:hierBranch val="init"/>
        </dgm:presLayoutVars>
      </dgm:prSet>
      <dgm:spPr/>
    </dgm:pt>
    <dgm:pt modelId="{8CF8FB31-17A8-4294-95AE-9B42692EC11A}" type="pres">
      <dgm:prSet presAssocID="{C8E77AA9-9DEF-4F26-AEE5-5864BA6E2D17}" presName="rootComposite" presStyleCnt="0"/>
      <dgm:spPr/>
    </dgm:pt>
    <dgm:pt modelId="{41FBE462-3958-4627-9EF0-EEE55E6D7C90}" type="pres">
      <dgm:prSet presAssocID="{C8E77AA9-9DEF-4F26-AEE5-5864BA6E2D17}" presName="rootText" presStyleLbl="node2" presStyleIdx="2" presStyleCnt="3">
        <dgm:presLayoutVars>
          <dgm:chPref val="3"/>
        </dgm:presLayoutVars>
      </dgm:prSet>
      <dgm:spPr/>
    </dgm:pt>
    <dgm:pt modelId="{DC414EAE-DE66-4C32-8C9C-B02B25AC9DCD}" type="pres">
      <dgm:prSet presAssocID="{C8E77AA9-9DEF-4F26-AEE5-5864BA6E2D17}" presName="rootConnector" presStyleLbl="node2" presStyleIdx="2" presStyleCnt="3"/>
      <dgm:spPr/>
    </dgm:pt>
    <dgm:pt modelId="{49316426-ECA1-44E6-B15E-92F22EC4445E}" type="pres">
      <dgm:prSet presAssocID="{C8E77AA9-9DEF-4F26-AEE5-5864BA6E2D17}" presName="hierChild4" presStyleCnt="0"/>
      <dgm:spPr/>
    </dgm:pt>
    <dgm:pt modelId="{195EB45D-2A21-4DCA-8202-B06CEF080529}" type="pres">
      <dgm:prSet presAssocID="{C8E77AA9-9DEF-4F26-AEE5-5864BA6E2D17}" presName="hierChild5" presStyleCnt="0"/>
      <dgm:spPr/>
    </dgm:pt>
    <dgm:pt modelId="{A9640EE7-EA78-4500-9D6E-D917786AE156}" type="pres">
      <dgm:prSet presAssocID="{0004CBB7-A222-446F-ABEC-4EC124B1F806}" presName="hierChild3" presStyleCnt="0"/>
      <dgm:spPr/>
    </dgm:pt>
  </dgm:ptLst>
  <dgm:cxnLst>
    <dgm:cxn modelId="{7BB55A22-8298-496F-A984-EE2D366E9AC7}" srcId="{0004CBB7-A222-446F-ABEC-4EC124B1F806}" destId="{65D6C97A-AEFA-4ABD-86D0-406E372FF3AF}" srcOrd="1" destOrd="0" parTransId="{FBBEE124-F7C9-4088-92A4-60899B8EB0C3}" sibTransId="{B873E584-6853-4AD0-B2AB-9A25BBE84DE8}"/>
    <dgm:cxn modelId="{C8C9E122-C681-4B49-BA2D-514CB48CC5CB}" type="presOf" srcId="{6E8FFA35-652D-4E76-BD8D-65BF2A846A59}" destId="{FAB9BF8A-D896-4B58-AAB2-E7950202028E}" srcOrd="0" destOrd="0" presId="urn:microsoft.com/office/officeart/2009/3/layout/HorizontalOrganizationChart"/>
    <dgm:cxn modelId="{B3447635-FDA8-4B1C-B8B2-6F9CCB22CE7B}" type="presOf" srcId="{0004CBB7-A222-446F-ABEC-4EC124B1F806}" destId="{1E104090-E573-4018-8570-0E368D24068F}" srcOrd="1" destOrd="0" presId="urn:microsoft.com/office/officeart/2009/3/layout/HorizontalOrganizationChart"/>
    <dgm:cxn modelId="{AC0F2E64-D152-4E67-B35D-8043F71C2722}" srcId="{0004CBB7-A222-446F-ABEC-4EC124B1F806}" destId="{C8E77AA9-9DEF-4F26-AEE5-5864BA6E2D17}" srcOrd="2" destOrd="0" parTransId="{113D5A0D-1EF4-4AA8-8BAD-77C14BACAD4F}" sibTransId="{D95D1248-005C-4AAE-A5EE-133B088FFC5E}"/>
    <dgm:cxn modelId="{A9EDC487-295F-4DA8-B44D-8B75ABF5F7A6}" type="presOf" srcId="{0004CBB7-A222-446F-ABEC-4EC124B1F806}" destId="{A6FCB450-B49C-47A4-8B58-9132C1D33173}" srcOrd="0" destOrd="0" presId="urn:microsoft.com/office/officeart/2009/3/layout/HorizontalOrganizationChart"/>
    <dgm:cxn modelId="{BC666799-158B-44F2-8014-CD600BF9FB3A}" type="presOf" srcId="{C8E77AA9-9DEF-4F26-AEE5-5864BA6E2D17}" destId="{DC414EAE-DE66-4C32-8C9C-B02B25AC9DCD}" srcOrd="1" destOrd="0" presId="urn:microsoft.com/office/officeart/2009/3/layout/HorizontalOrganizationChart"/>
    <dgm:cxn modelId="{A683C3A2-18BC-425A-B5D1-375CEA6E8BA8}" type="presOf" srcId="{9567329C-B6B3-49BE-9B94-C6C313477B8C}" destId="{E87B7A56-AB80-48B5-876B-4B5BEABBEA58}" srcOrd="1" destOrd="0" presId="urn:microsoft.com/office/officeart/2009/3/layout/HorizontalOrganizationChart"/>
    <dgm:cxn modelId="{A6E0EAA7-431A-47BA-806B-0C9C471B029F}" srcId="{6E8FFA35-652D-4E76-BD8D-65BF2A846A59}" destId="{0004CBB7-A222-446F-ABEC-4EC124B1F806}" srcOrd="0" destOrd="0" parTransId="{88940A60-36D3-414C-85C5-45C37610CFDA}" sibTransId="{BD53FF60-7372-4FC9-8AF1-6CFCE30BCF32}"/>
    <dgm:cxn modelId="{C895A2CC-94D0-4854-B776-67595A40FBE8}" type="presOf" srcId="{65D6C97A-AEFA-4ABD-86D0-406E372FF3AF}" destId="{29801171-4EA3-4001-833C-F4C59D180902}" srcOrd="1" destOrd="0" presId="urn:microsoft.com/office/officeart/2009/3/layout/HorizontalOrganizationChart"/>
    <dgm:cxn modelId="{C3A696D1-5B70-45B4-8454-A2B7B93E9801}" type="presOf" srcId="{65D6C97A-AEFA-4ABD-86D0-406E372FF3AF}" destId="{8C40E0E6-CF3C-415B-BD77-F676547888ED}" srcOrd="0" destOrd="0" presId="urn:microsoft.com/office/officeart/2009/3/layout/HorizontalOrganizationChart"/>
    <dgm:cxn modelId="{B997D5D4-7FB1-4CD6-9DA2-787AFEF00AC0}" type="presOf" srcId="{FBBEE124-F7C9-4088-92A4-60899B8EB0C3}" destId="{6352C870-94F4-4CDC-AEEC-861DBBB23561}" srcOrd="0" destOrd="0" presId="urn:microsoft.com/office/officeart/2009/3/layout/HorizontalOrganizationChart"/>
    <dgm:cxn modelId="{731598DB-CD52-484E-BBA6-3E3DB2B0A503}" type="presOf" srcId="{9567329C-B6B3-49BE-9B94-C6C313477B8C}" destId="{961B7798-52C8-4AA4-A876-0B0D4FF58FC2}" srcOrd="0" destOrd="0" presId="urn:microsoft.com/office/officeart/2009/3/layout/HorizontalOrganizationChart"/>
    <dgm:cxn modelId="{06272CE8-07A1-475B-ADBB-7568ED911DCE}" type="presOf" srcId="{113D5A0D-1EF4-4AA8-8BAD-77C14BACAD4F}" destId="{F72761D9-ACB9-49FE-9B5B-5462E44F1D20}" srcOrd="0" destOrd="0" presId="urn:microsoft.com/office/officeart/2009/3/layout/HorizontalOrganizationChart"/>
    <dgm:cxn modelId="{8FC981E8-8C4F-4107-886C-2AD245421664}" type="presOf" srcId="{C8E77AA9-9DEF-4F26-AEE5-5864BA6E2D17}" destId="{41FBE462-3958-4627-9EF0-EEE55E6D7C90}" srcOrd="0" destOrd="0" presId="urn:microsoft.com/office/officeart/2009/3/layout/HorizontalOrganizationChart"/>
    <dgm:cxn modelId="{718542F5-9B7D-48E7-808B-A6AB4201CD2A}" srcId="{0004CBB7-A222-446F-ABEC-4EC124B1F806}" destId="{9567329C-B6B3-49BE-9B94-C6C313477B8C}" srcOrd="0" destOrd="0" parTransId="{2EC774A3-A8F3-464D-BD8B-5F4CCB1BFF11}" sibTransId="{4A7CF1F6-A431-4C4E-BB1E-C335FC1B4526}"/>
    <dgm:cxn modelId="{65259DF7-80A4-4EC3-855E-E2E6AC14DCEB}" type="presOf" srcId="{2EC774A3-A8F3-464D-BD8B-5F4CCB1BFF11}" destId="{138B138F-A4D8-4A2D-AD31-0DF9326B73BA}" srcOrd="0" destOrd="0" presId="urn:microsoft.com/office/officeart/2009/3/layout/HorizontalOrganizationChart"/>
    <dgm:cxn modelId="{B553006A-C15B-492F-8AF7-3A2A87F7F001}" type="presParOf" srcId="{FAB9BF8A-D896-4B58-AAB2-E7950202028E}" destId="{20ACA817-581C-4691-94C0-978648516AF7}" srcOrd="0" destOrd="0" presId="urn:microsoft.com/office/officeart/2009/3/layout/HorizontalOrganizationChart"/>
    <dgm:cxn modelId="{D7205E51-C923-45B6-89BA-044C0A912204}" type="presParOf" srcId="{20ACA817-581C-4691-94C0-978648516AF7}" destId="{941A2DCF-51FA-4994-A470-E71147F41A67}" srcOrd="0" destOrd="0" presId="urn:microsoft.com/office/officeart/2009/3/layout/HorizontalOrganizationChart"/>
    <dgm:cxn modelId="{E0BA1087-9D25-49B0-9133-2A315A542D4D}" type="presParOf" srcId="{941A2DCF-51FA-4994-A470-E71147F41A67}" destId="{A6FCB450-B49C-47A4-8B58-9132C1D33173}" srcOrd="0" destOrd="0" presId="urn:microsoft.com/office/officeart/2009/3/layout/HorizontalOrganizationChart"/>
    <dgm:cxn modelId="{F757FEF4-36FE-4797-A198-7EA0DDEE1D88}" type="presParOf" srcId="{941A2DCF-51FA-4994-A470-E71147F41A67}" destId="{1E104090-E573-4018-8570-0E368D24068F}" srcOrd="1" destOrd="0" presId="urn:microsoft.com/office/officeart/2009/3/layout/HorizontalOrganizationChart"/>
    <dgm:cxn modelId="{FF7C398D-329B-4593-8887-CF4B198500DC}" type="presParOf" srcId="{20ACA817-581C-4691-94C0-978648516AF7}" destId="{FB1A62A8-5D9D-402C-BD35-39A8A1AF6F95}" srcOrd="1" destOrd="0" presId="urn:microsoft.com/office/officeart/2009/3/layout/HorizontalOrganizationChart"/>
    <dgm:cxn modelId="{27C3C5C7-C327-411C-99A0-D2AD32E31C89}" type="presParOf" srcId="{FB1A62A8-5D9D-402C-BD35-39A8A1AF6F95}" destId="{138B138F-A4D8-4A2D-AD31-0DF9326B73BA}" srcOrd="0" destOrd="0" presId="urn:microsoft.com/office/officeart/2009/3/layout/HorizontalOrganizationChart"/>
    <dgm:cxn modelId="{29A26781-8C52-4366-BAAA-2D03CFC5A8E6}" type="presParOf" srcId="{FB1A62A8-5D9D-402C-BD35-39A8A1AF6F95}" destId="{BF424838-A305-41BB-A77E-5EDCAE3E417D}" srcOrd="1" destOrd="0" presId="urn:microsoft.com/office/officeart/2009/3/layout/HorizontalOrganizationChart"/>
    <dgm:cxn modelId="{182E1E79-55B9-48AA-A983-2866FAA36364}" type="presParOf" srcId="{BF424838-A305-41BB-A77E-5EDCAE3E417D}" destId="{267B49C5-FDB0-4C17-AD2D-83549C092533}" srcOrd="0" destOrd="0" presId="urn:microsoft.com/office/officeart/2009/3/layout/HorizontalOrganizationChart"/>
    <dgm:cxn modelId="{321E6E8C-1B74-4B16-9E17-9F8E1A10A187}" type="presParOf" srcId="{267B49C5-FDB0-4C17-AD2D-83549C092533}" destId="{961B7798-52C8-4AA4-A876-0B0D4FF58FC2}" srcOrd="0" destOrd="0" presId="urn:microsoft.com/office/officeart/2009/3/layout/HorizontalOrganizationChart"/>
    <dgm:cxn modelId="{8903BCB2-C4C9-45EC-9061-ED54CF9A730D}" type="presParOf" srcId="{267B49C5-FDB0-4C17-AD2D-83549C092533}" destId="{E87B7A56-AB80-48B5-876B-4B5BEABBEA58}" srcOrd="1" destOrd="0" presId="urn:microsoft.com/office/officeart/2009/3/layout/HorizontalOrganizationChart"/>
    <dgm:cxn modelId="{011C8BC9-B30F-47A6-84FA-FCEAED050A47}" type="presParOf" srcId="{BF424838-A305-41BB-A77E-5EDCAE3E417D}" destId="{FAF94CC0-B96C-44ED-8496-AEE3592F7E5F}" srcOrd="1" destOrd="0" presId="urn:microsoft.com/office/officeart/2009/3/layout/HorizontalOrganizationChart"/>
    <dgm:cxn modelId="{8E8E09BE-50A9-417A-BF9D-174E81B500A8}" type="presParOf" srcId="{BF424838-A305-41BB-A77E-5EDCAE3E417D}" destId="{B3A1D7C8-A087-4CFB-ADC6-897BBDC53045}" srcOrd="2" destOrd="0" presId="urn:microsoft.com/office/officeart/2009/3/layout/HorizontalOrganizationChart"/>
    <dgm:cxn modelId="{C3C02E84-11EF-498A-85C5-9C45E466C15C}" type="presParOf" srcId="{FB1A62A8-5D9D-402C-BD35-39A8A1AF6F95}" destId="{6352C870-94F4-4CDC-AEEC-861DBBB23561}" srcOrd="2" destOrd="0" presId="urn:microsoft.com/office/officeart/2009/3/layout/HorizontalOrganizationChart"/>
    <dgm:cxn modelId="{64A0DEBE-E672-459F-8383-582CB3C8D22A}" type="presParOf" srcId="{FB1A62A8-5D9D-402C-BD35-39A8A1AF6F95}" destId="{AEF5EA28-A111-4602-A695-0316D599E16A}" srcOrd="3" destOrd="0" presId="urn:microsoft.com/office/officeart/2009/3/layout/HorizontalOrganizationChart"/>
    <dgm:cxn modelId="{EDBF9ED1-F1AD-4FC3-B0F3-C537B9FB3F7B}" type="presParOf" srcId="{AEF5EA28-A111-4602-A695-0316D599E16A}" destId="{BE87786C-2AE7-4E90-AD3C-CE843B552E28}" srcOrd="0" destOrd="0" presId="urn:microsoft.com/office/officeart/2009/3/layout/HorizontalOrganizationChart"/>
    <dgm:cxn modelId="{B80C3593-DB8F-4597-A710-FCC16EF9FD03}" type="presParOf" srcId="{BE87786C-2AE7-4E90-AD3C-CE843B552E28}" destId="{8C40E0E6-CF3C-415B-BD77-F676547888ED}" srcOrd="0" destOrd="0" presId="urn:microsoft.com/office/officeart/2009/3/layout/HorizontalOrganizationChart"/>
    <dgm:cxn modelId="{0136800E-3113-43A6-B768-7ADEDA9EBD48}" type="presParOf" srcId="{BE87786C-2AE7-4E90-AD3C-CE843B552E28}" destId="{29801171-4EA3-4001-833C-F4C59D180902}" srcOrd="1" destOrd="0" presId="urn:microsoft.com/office/officeart/2009/3/layout/HorizontalOrganizationChart"/>
    <dgm:cxn modelId="{E5E42A48-1C6C-46DD-90D7-CFC610A8C775}" type="presParOf" srcId="{AEF5EA28-A111-4602-A695-0316D599E16A}" destId="{44533E6C-D272-4107-8DE3-D92D8936F0BA}" srcOrd="1" destOrd="0" presId="urn:microsoft.com/office/officeart/2009/3/layout/HorizontalOrganizationChart"/>
    <dgm:cxn modelId="{516034D9-C71D-440D-B64D-51D55FF964F1}" type="presParOf" srcId="{AEF5EA28-A111-4602-A695-0316D599E16A}" destId="{242D0F40-C192-4BC0-9DCF-B1AE738BF032}" srcOrd="2" destOrd="0" presId="urn:microsoft.com/office/officeart/2009/3/layout/HorizontalOrganizationChart"/>
    <dgm:cxn modelId="{82C29946-3693-407F-AFC3-C05CD2C5B5FC}" type="presParOf" srcId="{FB1A62A8-5D9D-402C-BD35-39A8A1AF6F95}" destId="{F72761D9-ACB9-49FE-9B5B-5462E44F1D20}" srcOrd="4" destOrd="0" presId="urn:microsoft.com/office/officeart/2009/3/layout/HorizontalOrganizationChart"/>
    <dgm:cxn modelId="{E3B34D01-0013-4F25-8B85-AEBEFA3AF646}" type="presParOf" srcId="{FB1A62A8-5D9D-402C-BD35-39A8A1AF6F95}" destId="{481B6B1C-66D9-46ED-A621-C6C30F444E14}" srcOrd="5" destOrd="0" presId="urn:microsoft.com/office/officeart/2009/3/layout/HorizontalOrganizationChart"/>
    <dgm:cxn modelId="{AB97FA79-5024-4E92-BA7D-994765D287E9}" type="presParOf" srcId="{481B6B1C-66D9-46ED-A621-C6C30F444E14}" destId="{8CF8FB31-17A8-4294-95AE-9B42692EC11A}" srcOrd="0" destOrd="0" presId="urn:microsoft.com/office/officeart/2009/3/layout/HorizontalOrganizationChart"/>
    <dgm:cxn modelId="{B8109785-B68B-4314-9CE0-0D27B227B7B3}" type="presParOf" srcId="{8CF8FB31-17A8-4294-95AE-9B42692EC11A}" destId="{41FBE462-3958-4627-9EF0-EEE55E6D7C90}" srcOrd="0" destOrd="0" presId="urn:microsoft.com/office/officeart/2009/3/layout/HorizontalOrganizationChart"/>
    <dgm:cxn modelId="{B7EC132E-A529-4313-B60D-1B183A551092}" type="presParOf" srcId="{8CF8FB31-17A8-4294-95AE-9B42692EC11A}" destId="{DC414EAE-DE66-4C32-8C9C-B02B25AC9DCD}" srcOrd="1" destOrd="0" presId="urn:microsoft.com/office/officeart/2009/3/layout/HorizontalOrganizationChart"/>
    <dgm:cxn modelId="{7DFBF4E0-4602-4D9B-AF09-F8A80FA5BA28}" type="presParOf" srcId="{481B6B1C-66D9-46ED-A621-C6C30F444E14}" destId="{49316426-ECA1-44E6-B15E-92F22EC4445E}" srcOrd="1" destOrd="0" presId="urn:microsoft.com/office/officeart/2009/3/layout/HorizontalOrganizationChart"/>
    <dgm:cxn modelId="{9C0B64A0-FA7D-454F-954C-BAA187D8FEA7}" type="presParOf" srcId="{481B6B1C-66D9-46ED-A621-C6C30F444E14}" destId="{195EB45D-2A21-4DCA-8202-B06CEF080529}" srcOrd="2" destOrd="0" presId="urn:microsoft.com/office/officeart/2009/3/layout/HorizontalOrganizationChart"/>
    <dgm:cxn modelId="{F2ABF1D8-426A-41A4-B2DA-F41150199ABE}" type="presParOf" srcId="{20ACA817-581C-4691-94C0-978648516AF7}" destId="{A9640EE7-EA78-4500-9D6E-D917786AE15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0CDB48-C28B-48BC-9A6B-CD0656EBA0B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8DFD26-152D-4D13-ADBB-959CB41B32E1}">
      <dgm:prSet phldrT="[Text]" custT="1"/>
      <dgm:spPr/>
      <dgm:t>
        <a:bodyPr/>
        <a:lstStyle/>
        <a:p>
          <a:pPr>
            <a:buClrTx/>
            <a:buSzPct val="100000"/>
          </a:pPr>
          <a:r>
            <a: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 Machine Learning</a:t>
          </a:r>
          <a:endParaRPr lang="en-IN" sz="1400" dirty="0"/>
        </a:p>
      </dgm:t>
    </dgm:pt>
    <dgm:pt modelId="{70F34D0F-30C9-4BD7-B8A4-78BB1118E4C5}" type="parTrans" cxnId="{E07DFAE8-BCE1-4FA6-9858-CBF33D7BC24E}">
      <dgm:prSet/>
      <dgm:spPr/>
      <dgm:t>
        <a:bodyPr/>
        <a:lstStyle/>
        <a:p>
          <a:endParaRPr lang="en-IN" sz="1200"/>
        </a:p>
      </dgm:t>
    </dgm:pt>
    <dgm:pt modelId="{3458CFB4-9D54-4DA5-BDA2-12757C94310A}" type="sibTrans" cxnId="{E07DFAE8-BCE1-4FA6-9858-CBF33D7BC24E}">
      <dgm:prSet/>
      <dgm:spPr/>
      <dgm:t>
        <a:bodyPr/>
        <a:lstStyle/>
        <a:p>
          <a:endParaRPr lang="en-IN" sz="1200"/>
        </a:p>
      </dgm:t>
    </dgm:pt>
    <dgm:pt modelId="{BCC324D6-83FC-4F22-9408-0D13556DA3C9}">
      <dgm:prSet custT="1"/>
      <dgm:spPr/>
      <dgm:t>
        <a:bodyPr/>
        <a:lstStyle/>
        <a:p>
          <a:r>
            <a: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Learn Temporal patterns</a:t>
          </a:r>
        </a:p>
      </dgm:t>
    </dgm:pt>
    <dgm:pt modelId="{164D4799-DF1E-4109-923A-90D6493CE24D}" type="parTrans" cxnId="{8038782B-D311-4791-9BCC-376929E65F3F}">
      <dgm:prSet/>
      <dgm:spPr>
        <a:solidFill>
          <a:srgbClr val="FFFFFF"/>
        </a:solidFill>
        <a:ln>
          <a:solidFill>
            <a:srgbClr val="FFFFFF"/>
          </a:solidFill>
        </a:ln>
      </dgm:spPr>
      <dgm:t>
        <a:bodyPr/>
        <a:lstStyle/>
        <a:p>
          <a:endParaRPr lang="en-IN" sz="1200"/>
        </a:p>
      </dgm:t>
    </dgm:pt>
    <dgm:pt modelId="{8DF22644-5065-4222-AC39-02FA4D912571}" type="sibTrans" cxnId="{8038782B-D311-4791-9BCC-376929E65F3F}">
      <dgm:prSet/>
      <dgm:spPr/>
      <dgm:t>
        <a:bodyPr/>
        <a:lstStyle/>
        <a:p>
          <a:endParaRPr lang="en-IN" sz="1200"/>
        </a:p>
      </dgm:t>
    </dgm:pt>
    <dgm:pt modelId="{FE39C1BC-8F1B-467E-95DD-0CF9C8620369}">
      <dgm:prSet custT="1"/>
      <dgm:spPr/>
      <dgm:t>
        <a:bodyPr/>
        <a:lstStyle/>
        <a:p>
          <a:r>
            <a: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Handle Feature dependency</a:t>
          </a:r>
        </a:p>
      </dgm:t>
    </dgm:pt>
    <dgm:pt modelId="{E44BF657-CE8B-43D8-9FE1-57CDB468902F}" type="parTrans" cxnId="{C55C53A0-024C-40DD-B4D0-D2AC4DEDF4A0}">
      <dgm:prSet/>
      <dgm:spPr>
        <a:ln>
          <a:solidFill>
            <a:srgbClr val="FFFFFF"/>
          </a:solidFill>
        </a:ln>
      </dgm:spPr>
      <dgm:t>
        <a:bodyPr/>
        <a:lstStyle/>
        <a:p>
          <a:endParaRPr lang="en-IN" sz="1200"/>
        </a:p>
      </dgm:t>
    </dgm:pt>
    <dgm:pt modelId="{8202FEF9-2D9D-428A-9C4C-C9A9603BC780}" type="sibTrans" cxnId="{C55C53A0-024C-40DD-B4D0-D2AC4DEDF4A0}">
      <dgm:prSet/>
      <dgm:spPr/>
      <dgm:t>
        <a:bodyPr/>
        <a:lstStyle/>
        <a:p>
          <a:endParaRPr lang="en-IN" sz="1200"/>
        </a:p>
      </dgm:t>
    </dgm:pt>
    <dgm:pt modelId="{A5A36804-0E4C-4DE0-95C8-06769FB90CCD}">
      <dgm:prSet custT="1"/>
      <dgm:spPr/>
      <dgm:t>
        <a:bodyPr/>
        <a:lstStyle/>
        <a:p>
          <a:r>
            <a:rPr lang="de-DE" sz="140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Generate or predict realistic data</a:t>
          </a:r>
          <a:endParaRPr lang="de-DE" sz="1400" dirty="0">
            <a:solidFill>
              <a:srgbClr val="FFFFFF"/>
            </a:solidFill>
            <a:ea typeface="Red Hat Text Medium" panose="02010303040201060303" pitchFamily="2" charset="0"/>
            <a:cs typeface="Red Hat Text Medium" panose="02010303040201060303" pitchFamily="2" charset="0"/>
          </a:endParaRPr>
        </a:p>
      </dgm:t>
    </dgm:pt>
    <dgm:pt modelId="{CA0F6211-0339-47DC-B655-2078E802673E}" type="parTrans" cxnId="{1762AA56-3585-439F-8087-F20522E1F831}">
      <dgm:prSet/>
      <dgm:spPr>
        <a:ln>
          <a:solidFill>
            <a:srgbClr val="FFFFFF"/>
          </a:solidFill>
        </a:ln>
      </dgm:spPr>
      <dgm:t>
        <a:bodyPr/>
        <a:lstStyle/>
        <a:p>
          <a:endParaRPr lang="en-IN" sz="1200"/>
        </a:p>
      </dgm:t>
    </dgm:pt>
    <dgm:pt modelId="{8726FD7B-ED5D-41E7-B09F-57C809D9F948}" type="sibTrans" cxnId="{1762AA56-3585-439F-8087-F20522E1F831}">
      <dgm:prSet/>
      <dgm:spPr/>
      <dgm:t>
        <a:bodyPr/>
        <a:lstStyle/>
        <a:p>
          <a:endParaRPr lang="en-IN" sz="1200"/>
        </a:p>
      </dgm:t>
    </dgm:pt>
    <dgm:pt modelId="{CDFD9872-7489-49DA-84AA-22B518F79C6E}" type="pres">
      <dgm:prSet presAssocID="{AE0CDB48-C28B-48BC-9A6B-CD0656EBA0B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2A8241B-B954-4322-ACF4-2AADC1EFCD0A}" type="pres">
      <dgm:prSet presAssocID="{238DFD26-152D-4D13-ADBB-959CB41B32E1}" presName="hierRoot1" presStyleCnt="0">
        <dgm:presLayoutVars>
          <dgm:hierBranch val="init"/>
        </dgm:presLayoutVars>
      </dgm:prSet>
      <dgm:spPr/>
    </dgm:pt>
    <dgm:pt modelId="{4CA2824B-FD88-46AD-9772-0190F6EE5CC3}" type="pres">
      <dgm:prSet presAssocID="{238DFD26-152D-4D13-ADBB-959CB41B32E1}" presName="rootComposite1" presStyleCnt="0"/>
      <dgm:spPr/>
    </dgm:pt>
    <dgm:pt modelId="{9715B6F9-0004-4CB4-9F8E-BD4E5C149F2E}" type="pres">
      <dgm:prSet presAssocID="{238DFD26-152D-4D13-ADBB-959CB41B32E1}" presName="rootText1" presStyleLbl="node0" presStyleIdx="0" presStyleCnt="1">
        <dgm:presLayoutVars>
          <dgm:chPref val="3"/>
        </dgm:presLayoutVars>
      </dgm:prSet>
      <dgm:spPr/>
    </dgm:pt>
    <dgm:pt modelId="{8E45543D-4EAF-4B3C-8D49-D669FD63E0CC}" type="pres">
      <dgm:prSet presAssocID="{238DFD26-152D-4D13-ADBB-959CB41B32E1}" presName="rootConnector1" presStyleLbl="node1" presStyleIdx="0" presStyleCnt="0"/>
      <dgm:spPr/>
    </dgm:pt>
    <dgm:pt modelId="{0C17E970-A81B-43C1-A3A4-EEA7ED4EEB36}" type="pres">
      <dgm:prSet presAssocID="{238DFD26-152D-4D13-ADBB-959CB41B32E1}" presName="hierChild2" presStyleCnt="0"/>
      <dgm:spPr/>
    </dgm:pt>
    <dgm:pt modelId="{0A445573-BE40-46BD-BB8C-BBB81467C51F}" type="pres">
      <dgm:prSet presAssocID="{164D4799-DF1E-4109-923A-90D6493CE24D}" presName="Name64" presStyleLbl="parChTrans1D2" presStyleIdx="0" presStyleCnt="3"/>
      <dgm:spPr/>
    </dgm:pt>
    <dgm:pt modelId="{019E27E1-E2FE-4484-AA12-B68607D246A2}" type="pres">
      <dgm:prSet presAssocID="{BCC324D6-83FC-4F22-9408-0D13556DA3C9}" presName="hierRoot2" presStyleCnt="0">
        <dgm:presLayoutVars>
          <dgm:hierBranch val="init"/>
        </dgm:presLayoutVars>
      </dgm:prSet>
      <dgm:spPr/>
    </dgm:pt>
    <dgm:pt modelId="{A2C88E1C-3B81-4609-88F8-F6CBBE0EDB3B}" type="pres">
      <dgm:prSet presAssocID="{BCC324D6-83FC-4F22-9408-0D13556DA3C9}" presName="rootComposite" presStyleCnt="0"/>
      <dgm:spPr/>
    </dgm:pt>
    <dgm:pt modelId="{55B8CCC9-FECD-478E-BFD3-B35989D57919}" type="pres">
      <dgm:prSet presAssocID="{BCC324D6-83FC-4F22-9408-0D13556DA3C9}" presName="rootText" presStyleLbl="node2" presStyleIdx="0" presStyleCnt="3">
        <dgm:presLayoutVars>
          <dgm:chPref val="3"/>
        </dgm:presLayoutVars>
      </dgm:prSet>
      <dgm:spPr/>
    </dgm:pt>
    <dgm:pt modelId="{30A2A415-BA70-4E82-A369-266292377A5B}" type="pres">
      <dgm:prSet presAssocID="{BCC324D6-83FC-4F22-9408-0D13556DA3C9}" presName="rootConnector" presStyleLbl="node2" presStyleIdx="0" presStyleCnt="3"/>
      <dgm:spPr/>
    </dgm:pt>
    <dgm:pt modelId="{17E0EE68-99A9-4694-843A-88BAC37A553A}" type="pres">
      <dgm:prSet presAssocID="{BCC324D6-83FC-4F22-9408-0D13556DA3C9}" presName="hierChild4" presStyleCnt="0"/>
      <dgm:spPr/>
    </dgm:pt>
    <dgm:pt modelId="{9620EF86-61E5-4D4C-92CA-65FCD9CA5201}" type="pres">
      <dgm:prSet presAssocID="{BCC324D6-83FC-4F22-9408-0D13556DA3C9}" presName="hierChild5" presStyleCnt="0"/>
      <dgm:spPr/>
    </dgm:pt>
    <dgm:pt modelId="{E99EDBD9-0EEF-4D8D-82B9-C2F298FAEBA9}" type="pres">
      <dgm:prSet presAssocID="{E44BF657-CE8B-43D8-9FE1-57CDB468902F}" presName="Name64" presStyleLbl="parChTrans1D2" presStyleIdx="1" presStyleCnt="3"/>
      <dgm:spPr/>
    </dgm:pt>
    <dgm:pt modelId="{A47DF1FD-BD67-4093-A4DC-D9AEA3071C5C}" type="pres">
      <dgm:prSet presAssocID="{FE39C1BC-8F1B-467E-95DD-0CF9C8620369}" presName="hierRoot2" presStyleCnt="0">
        <dgm:presLayoutVars>
          <dgm:hierBranch val="init"/>
        </dgm:presLayoutVars>
      </dgm:prSet>
      <dgm:spPr/>
    </dgm:pt>
    <dgm:pt modelId="{432109B3-36A4-44DE-B1DD-338E0894B324}" type="pres">
      <dgm:prSet presAssocID="{FE39C1BC-8F1B-467E-95DD-0CF9C8620369}" presName="rootComposite" presStyleCnt="0"/>
      <dgm:spPr/>
    </dgm:pt>
    <dgm:pt modelId="{93785289-1545-4DB1-AC48-54DF049F77DB}" type="pres">
      <dgm:prSet presAssocID="{FE39C1BC-8F1B-467E-95DD-0CF9C8620369}" presName="rootText" presStyleLbl="node2" presStyleIdx="1" presStyleCnt="3">
        <dgm:presLayoutVars>
          <dgm:chPref val="3"/>
        </dgm:presLayoutVars>
      </dgm:prSet>
      <dgm:spPr/>
    </dgm:pt>
    <dgm:pt modelId="{7EB47A84-E4A1-42CF-BEE8-55EE01BB55D6}" type="pres">
      <dgm:prSet presAssocID="{FE39C1BC-8F1B-467E-95DD-0CF9C8620369}" presName="rootConnector" presStyleLbl="node2" presStyleIdx="1" presStyleCnt="3"/>
      <dgm:spPr/>
    </dgm:pt>
    <dgm:pt modelId="{93C07E88-2731-4364-B24C-9F2C3FFAE021}" type="pres">
      <dgm:prSet presAssocID="{FE39C1BC-8F1B-467E-95DD-0CF9C8620369}" presName="hierChild4" presStyleCnt="0"/>
      <dgm:spPr/>
    </dgm:pt>
    <dgm:pt modelId="{D9D78622-BF9C-4DC1-B88B-EA90C5115E2C}" type="pres">
      <dgm:prSet presAssocID="{FE39C1BC-8F1B-467E-95DD-0CF9C8620369}" presName="hierChild5" presStyleCnt="0"/>
      <dgm:spPr/>
    </dgm:pt>
    <dgm:pt modelId="{293CFFAF-9CDF-409D-A93D-25E7E02A8CA1}" type="pres">
      <dgm:prSet presAssocID="{CA0F6211-0339-47DC-B655-2078E802673E}" presName="Name64" presStyleLbl="parChTrans1D2" presStyleIdx="2" presStyleCnt="3"/>
      <dgm:spPr/>
    </dgm:pt>
    <dgm:pt modelId="{779296B4-FFDC-4C0A-9837-23A8FF071848}" type="pres">
      <dgm:prSet presAssocID="{A5A36804-0E4C-4DE0-95C8-06769FB90CCD}" presName="hierRoot2" presStyleCnt="0">
        <dgm:presLayoutVars>
          <dgm:hierBranch val="init"/>
        </dgm:presLayoutVars>
      </dgm:prSet>
      <dgm:spPr/>
    </dgm:pt>
    <dgm:pt modelId="{566431DC-BC8B-4516-B674-2D24B9FF7D15}" type="pres">
      <dgm:prSet presAssocID="{A5A36804-0E4C-4DE0-95C8-06769FB90CCD}" presName="rootComposite" presStyleCnt="0"/>
      <dgm:spPr/>
    </dgm:pt>
    <dgm:pt modelId="{4846F2EE-140C-495E-BE77-7C0562CB4929}" type="pres">
      <dgm:prSet presAssocID="{A5A36804-0E4C-4DE0-95C8-06769FB90CCD}" presName="rootText" presStyleLbl="node2" presStyleIdx="2" presStyleCnt="3">
        <dgm:presLayoutVars>
          <dgm:chPref val="3"/>
        </dgm:presLayoutVars>
      </dgm:prSet>
      <dgm:spPr/>
    </dgm:pt>
    <dgm:pt modelId="{C3763347-B9EC-4E8B-9804-1B3B2971076C}" type="pres">
      <dgm:prSet presAssocID="{A5A36804-0E4C-4DE0-95C8-06769FB90CCD}" presName="rootConnector" presStyleLbl="node2" presStyleIdx="2" presStyleCnt="3"/>
      <dgm:spPr/>
    </dgm:pt>
    <dgm:pt modelId="{D26D7B40-8F77-458C-9585-18327CF83EDD}" type="pres">
      <dgm:prSet presAssocID="{A5A36804-0E4C-4DE0-95C8-06769FB90CCD}" presName="hierChild4" presStyleCnt="0"/>
      <dgm:spPr/>
    </dgm:pt>
    <dgm:pt modelId="{7A4F0163-257B-4EB7-AB9A-74BBF3F83C47}" type="pres">
      <dgm:prSet presAssocID="{A5A36804-0E4C-4DE0-95C8-06769FB90CCD}" presName="hierChild5" presStyleCnt="0"/>
      <dgm:spPr/>
    </dgm:pt>
    <dgm:pt modelId="{985CEBC4-9674-4988-8C36-2293AE71F71E}" type="pres">
      <dgm:prSet presAssocID="{238DFD26-152D-4D13-ADBB-959CB41B32E1}" presName="hierChild3" presStyleCnt="0"/>
      <dgm:spPr/>
    </dgm:pt>
  </dgm:ptLst>
  <dgm:cxnLst>
    <dgm:cxn modelId="{336DA011-C447-438F-96B1-66DAADEDD4AD}" type="presOf" srcId="{BCC324D6-83FC-4F22-9408-0D13556DA3C9}" destId="{55B8CCC9-FECD-478E-BFD3-B35989D57919}" srcOrd="0" destOrd="0" presId="urn:microsoft.com/office/officeart/2009/3/layout/HorizontalOrganizationChart"/>
    <dgm:cxn modelId="{D3451520-B11D-41BA-B845-F63AB4933111}" type="presOf" srcId="{238DFD26-152D-4D13-ADBB-959CB41B32E1}" destId="{9715B6F9-0004-4CB4-9F8E-BD4E5C149F2E}" srcOrd="0" destOrd="0" presId="urn:microsoft.com/office/officeart/2009/3/layout/HorizontalOrganizationChart"/>
    <dgm:cxn modelId="{8038782B-D311-4791-9BCC-376929E65F3F}" srcId="{238DFD26-152D-4D13-ADBB-959CB41B32E1}" destId="{BCC324D6-83FC-4F22-9408-0D13556DA3C9}" srcOrd="0" destOrd="0" parTransId="{164D4799-DF1E-4109-923A-90D6493CE24D}" sibTransId="{8DF22644-5065-4222-AC39-02FA4D912571}"/>
    <dgm:cxn modelId="{F2185235-B49E-4F28-AFDC-98F13E7A24BF}" type="presOf" srcId="{238DFD26-152D-4D13-ADBB-959CB41B32E1}" destId="{8E45543D-4EAF-4B3C-8D49-D669FD63E0CC}" srcOrd="1" destOrd="0" presId="urn:microsoft.com/office/officeart/2009/3/layout/HorizontalOrganizationChart"/>
    <dgm:cxn modelId="{3C40333B-3088-4D44-99F2-0DBA64DA3A78}" type="presOf" srcId="{A5A36804-0E4C-4DE0-95C8-06769FB90CCD}" destId="{4846F2EE-140C-495E-BE77-7C0562CB4929}" srcOrd="0" destOrd="0" presId="urn:microsoft.com/office/officeart/2009/3/layout/HorizontalOrganizationChart"/>
    <dgm:cxn modelId="{3FF84260-C449-42B6-9C92-0FF57A660C79}" type="presOf" srcId="{AE0CDB48-C28B-48BC-9A6B-CD0656EBA0BA}" destId="{CDFD9872-7489-49DA-84AA-22B518F79C6E}" srcOrd="0" destOrd="0" presId="urn:microsoft.com/office/officeart/2009/3/layout/HorizontalOrganizationChart"/>
    <dgm:cxn modelId="{B2D12245-3714-415B-9CD1-45268B00B944}" type="presOf" srcId="{A5A36804-0E4C-4DE0-95C8-06769FB90CCD}" destId="{C3763347-B9EC-4E8B-9804-1B3B2971076C}" srcOrd="1" destOrd="0" presId="urn:microsoft.com/office/officeart/2009/3/layout/HorizontalOrganizationChart"/>
    <dgm:cxn modelId="{0756F870-AEB9-48DD-8FE3-75AC08AED097}" type="presOf" srcId="{FE39C1BC-8F1B-467E-95DD-0CF9C8620369}" destId="{93785289-1545-4DB1-AC48-54DF049F77DB}" srcOrd="0" destOrd="0" presId="urn:microsoft.com/office/officeart/2009/3/layout/HorizontalOrganizationChart"/>
    <dgm:cxn modelId="{1762AA56-3585-439F-8087-F20522E1F831}" srcId="{238DFD26-152D-4D13-ADBB-959CB41B32E1}" destId="{A5A36804-0E4C-4DE0-95C8-06769FB90CCD}" srcOrd="2" destOrd="0" parTransId="{CA0F6211-0339-47DC-B655-2078E802673E}" sibTransId="{8726FD7B-ED5D-41E7-B09F-57C809D9F948}"/>
    <dgm:cxn modelId="{D82FC380-8701-43A6-86D2-82E3D8CB360B}" type="presOf" srcId="{FE39C1BC-8F1B-467E-95DD-0CF9C8620369}" destId="{7EB47A84-E4A1-42CF-BEE8-55EE01BB55D6}" srcOrd="1" destOrd="0" presId="urn:microsoft.com/office/officeart/2009/3/layout/HorizontalOrganizationChart"/>
    <dgm:cxn modelId="{AF15F799-DDDD-4781-B20C-67F1B5FDEF33}" type="presOf" srcId="{CA0F6211-0339-47DC-B655-2078E802673E}" destId="{293CFFAF-9CDF-409D-A93D-25E7E02A8CA1}" srcOrd="0" destOrd="0" presId="urn:microsoft.com/office/officeart/2009/3/layout/HorizontalOrganizationChart"/>
    <dgm:cxn modelId="{C55C53A0-024C-40DD-B4D0-D2AC4DEDF4A0}" srcId="{238DFD26-152D-4D13-ADBB-959CB41B32E1}" destId="{FE39C1BC-8F1B-467E-95DD-0CF9C8620369}" srcOrd="1" destOrd="0" parTransId="{E44BF657-CE8B-43D8-9FE1-57CDB468902F}" sibTransId="{8202FEF9-2D9D-428A-9C4C-C9A9603BC780}"/>
    <dgm:cxn modelId="{608E0EBF-1B97-408E-8B05-76076246D600}" type="presOf" srcId="{BCC324D6-83FC-4F22-9408-0D13556DA3C9}" destId="{30A2A415-BA70-4E82-A369-266292377A5B}" srcOrd="1" destOrd="0" presId="urn:microsoft.com/office/officeart/2009/3/layout/HorizontalOrganizationChart"/>
    <dgm:cxn modelId="{0695F0C4-4812-4CB0-8589-24A0D20B1765}" type="presOf" srcId="{E44BF657-CE8B-43D8-9FE1-57CDB468902F}" destId="{E99EDBD9-0EEF-4D8D-82B9-C2F298FAEBA9}" srcOrd="0" destOrd="0" presId="urn:microsoft.com/office/officeart/2009/3/layout/HorizontalOrganizationChart"/>
    <dgm:cxn modelId="{E07DFAE8-BCE1-4FA6-9858-CBF33D7BC24E}" srcId="{AE0CDB48-C28B-48BC-9A6B-CD0656EBA0BA}" destId="{238DFD26-152D-4D13-ADBB-959CB41B32E1}" srcOrd="0" destOrd="0" parTransId="{70F34D0F-30C9-4BD7-B8A4-78BB1118E4C5}" sibTransId="{3458CFB4-9D54-4DA5-BDA2-12757C94310A}"/>
    <dgm:cxn modelId="{B68BCFFC-8A6E-4F17-8C6B-3745593EC216}" type="presOf" srcId="{164D4799-DF1E-4109-923A-90D6493CE24D}" destId="{0A445573-BE40-46BD-BB8C-BBB81467C51F}" srcOrd="0" destOrd="0" presId="urn:microsoft.com/office/officeart/2009/3/layout/HorizontalOrganizationChart"/>
    <dgm:cxn modelId="{87DDC84C-193A-4958-B41D-4841760A726E}" type="presParOf" srcId="{CDFD9872-7489-49DA-84AA-22B518F79C6E}" destId="{72A8241B-B954-4322-ACF4-2AADC1EFCD0A}" srcOrd="0" destOrd="0" presId="urn:microsoft.com/office/officeart/2009/3/layout/HorizontalOrganizationChart"/>
    <dgm:cxn modelId="{8E5BED5E-C725-4D74-BB24-B42881F97F30}" type="presParOf" srcId="{72A8241B-B954-4322-ACF4-2AADC1EFCD0A}" destId="{4CA2824B-FD88-46AD-9772-0190F6EE5CC3}" srcOrd="0" destOrd="0" presId="urn:microsoft.com/office/officeart/2009/3/layout/HorizontalOrganizationChart"/>
    <dgm:cxn modelId="{A8C73333-5974-43B8-AA44-D90424055A47}" type="presParOf" srcId="{4CA2824B-FD88-46AD-9772-0190F6EE5CC3}" destId="{9715B6F9-0004-4CB4-9F8E-BD4E5C149F2E}" srcOrd="0" destOrd="0" presId="urn:microsoft.com/office/officeart/2009/3/layout/HorizontalOrganizationChart"/>
    <dgm:cxn modelId="{55D6E3A1-3EC0-4CE0-AB46-8FD2CCF55CDD}" type="presParOf" srcId="{4CA2824B-FD88-46AD-9772-0190F6EE5CC3}" destId="{8E45543D-4EAF-4B3C-8D49-D669FD63E0CC}" srcOrd="1" destOrd="0" presId="urn:microsoft.com/office/officeart/2009/3/layout/HorizontalOrganizationChart"/>
    <dgm:cxn modelId="{E7D78A66-2D9D-49F8-82B0-6D463CA289C5}" type="presParOf" srcId="{72A8241B-B954-4322-ACF4-2AADC1EFCD0A}" destId="{0C17E970-A81B-43C1-A3A4-EEA7ED4EEB36}" srcOrd="1" destOrd="0" presId="urn:microsoft.com/office/officeart/2009/3/layout/HorizontalOrganizationChart"/>
    <dgm:cxn modelId="{8FB8793F-3F2B-4A43-BF01-6E9DB209F42A}" type="presParOf" srcId="{0C17E970-A81B-43C1-A3A4-EEA7ED4EEB36}" destId="{0A445573-BE40-46BD-BB8C-BBB81467C51F}" srcOrd="0" destOrd="0" presId="urn:microsoft.com/office/officeart/2009/3/layout/HorizontalOrganizationChart"/>
    <dgm:cxn modelId="{0A2913DB-5DFE-4084-8630-9D838223BD31}" type="presParOf" srcId="{0C17E970-A81B-43C1-A3A4-EEA7ED4EEB36}" destId="{019E27E1-E2FE-4484-AA12-B68607D246A2}" srcOrd="1" destOrd="0" presId="urn:microsoft.com/office/officeart/2009/3/layout/HorizontalOrganizationChart"/>
    <dgm:cxn modelId="{B149C5C1-CCE1-4D40-A72A-3C38A9610D9D}" type="presParOf" srcId="{019E27E1-E2FE-4484-AA12-B68607D246A2}" destId="{A2C88E1C-3B81-4609-88F8-F6CBBE0EDB3B}" srcOrd="0" destOrd="0" presId="urn:microsoft.com/office/officeart/2009/3/layout/HorizontalOrganizationChart"/>
    <dgm:cxn modelId="{6A4BF53B-0DC0-404A-A671-022232189D37}" type="presParOf" srcId="{A2C88E1C-3B81-4609-88F8-F6CBBE0EDB3B}" destId="{55B8CCC9-FECD-478E-BFD3-B35989D57919}" srcOrd="0" destOrd="0" presId="urn:microsoft.com/office/officeart/2009/3/layout/HorizontalOrganizationChart"/>
    <dgm:cxn modelId="{AC47F62E-268D-474A-A73E-78DCB7B52DAE}" type="presParOf" srcId="{A2C88E1C-3B81-4609-88F8-F6CBBE0EDB3B}" destId="{30A2A415-BA70-4E82-A369-266292377A5B}" srcOrd="1" destOrd="0" presId="urn:microsoft.com/office/officeart/2009/3/layout/HorizontalOrganizationChart"/>
    <dgm:cxn modelId="{11B792B3-A56D-4045-87CE-AA6A23C93932}" type="presParOf" srcId="{019E27E1-E2FE-4484-AA12-B68607D246A2}" destId="{17E0EE68-99A9-4694-843A-88BAC37A553A}" srcOrd="1" destOrd="0" presId="urn:microsoft.com/office/officeart/2009/3/layout/HorizontalOrganizationChart"/>
    <dgm:cxn modelId="{DBA22BB2-DE83-4CE7-AB9E-5DC7E8914C2B}" type="presParOf" srcId="{019E27E1-E2FE-4484-AA12-B68607D246A2}" destId="{9620EF86-61E5-4D4C-92CA-65FCD9CA5201}" srcOrd="2" destOrd="0" presId="urn:microsoft.com/office/officeart/2009/3/layout/HorizontalOrganizationChart"/>
    <dgm:cxn modelId="{EE0F2646-9188-4BB6-9907-D0409433A794}" type="presParOf" srcId="{0C17E970-A81B-43C1-A3A4-EEA7ED4EEB36}" destId="{E99EDBD9-0EEF-4D8D-82B9-C2F298FAEBA9}" srcOrd="2" destOrd="0" presId="urn:microsoft.com/office/officeart/2009/3/layout/HorizontalOrganizationChart"/>
    <dgm:cxn modelId="{627A7402-EFC2-4DDB-91C1-34C59B1AD95E}" type="presParOf" srcId="{0C17E970-A81B-43C1-A3A4-EEA7ED4EEB36}" destId="{A47DF1FD-BD67-4093-A4DC-D9AEA3071C5C}" srcOrd="3" destOrd="0" presId="urn:microsoft.com/office/officeart/2009/3/layout/HorizontalOrganizationChart"/>
    <dgm:cxn modelId="{D94B6E12-AAB6-4B56-9856-7D5EF7151B1A}" type="presParOf" srcId="{A47DF1FD-BD67-4093-A4DC-D9AEA3071C5C}" destId="{432109B3-36A4-44DE-B1DD-338E0894B324}" srcOrd="0" destOrd="0" presId="urn:microsoft.com/office/officeart/2009/3/layout/HorizontalOrganizationChart"/>
    <dgm:cxn modelId="{81B2B507-4D38-4F95-A562-2844C5ABAC46}" type="presParOf" srcId="{432109B3-36A4-44DE-B1DD-338E0894B324}" destId="{93785289-1545-4DB1-AC48-54DF049F77DB}" srcOrd="0" destOrd="0" presId="urn:microsoft.com/office/officeart/2009/3/layout/HorizontalOrganizationChart"/>
    <dgm:cxn modelId="{222CDEA3-980D-417D-AB17-B76BD023EC5D}" type="presParOf" srcId="{432109B3-36A4-44DE-B1DD-338E0894B324}" destId="{7EB47A84-E4A1-42CF-BEE8-55EE01BB55D6}" srcOrd="1" destOrd="0" presId="urn:microsoft.com/office/officeart/2009/3/layout/HorizontalOrganizationChart"/>
    <dgm:cxn modelId="{C9D4DDCB-3D58-4D36-A123-96D0D3A70CEA}" type="presParOf" srcId="{A47DF1FD-BD67-4093-A4DC-D9AEA3071C5C}" destId="{93C07E88-2731-4364-B24C-9F2C3FFAE021}" srcOrd="1" destOrd="0" presId="urn:microsoft.com/office/officeart/2009/3/layout/HorizontalOrganizationChart"/>
    <dgm:cxn modelId="{DBA09A2B-3E19-422D-B9B2-E80EFB9A7E7F}" type="presParOf" srcId="{A47DF1FD-BD67-4093-A4DC-D9AEA3071C5C}" destId="{D9D78622-BF9C-4DC1-B88B-EA90C5115E2C}" srcOrd="2" destOrd="0" presId="urn:microsoft.com/office/officeart/2009/3/layout/HorizontalOrganizationChart"/>
    <dgm:cxn modelId="{EF0096CD-A4C3-4991-9EBD-6E2CC1DD72B9}" type="presParOf" srcId="{0C17E970-A81B-43C1-A3A4-EEA7ED4EEB36}" destId="{293CFFAF-9CDF-409D-A93D-25E7E02A8CA1}" srcOrd="4" destOrd="0" presId="urn:microsoft.com/office/officeart/2009/3/layout/HorizontalOrganizationChart"/>
    <dgm:cxn modelId="{F8CEC0D8-956F-4BEA-9BF3-7D8C3148F035}" type="presParOf" srcId="{0C17E970-A81B-43C1-A3A4-EEA7ED4EEB36}" destId="{779296B4-FFDC-4C0A-9837-23A8FF071848}" srcOrd="5" destOrd="0" presId="urn:microsoft.com/office/officeart/2009/3/layout/HorizontalOrganizationChart"/>
    <dgm:cxn modelId="{C4A60269-94E4-4308-9A42-32EE8D3BCA20}" type="presParOf" srcId="{779296B4-FFDC-4C0A-9837-23A8FF071848}" destId="{566431DC-BC8B-4516-B674-2D24B9FF7D15}" srcOrd="0" destOrd="0" presId="urn:microsoft.com/office/officeart/2009/3/layout/HorizontalOrganizationChart"/>
    <dgm:cxn modelId="{24AC909B-F783-4459-88A8-FCA027EC0A99}" type="presParOf" srcId="{566431DC-BC8B-4516-B674-2D24B9FF7D15}" destId="{4846F2EE-140C-495E-BE77-7C0562CB4929}" srcOrd="0" destOrd="0" presId="urn:microsoft.com/office/officeart/2009/3/layout/HorizontalOrganizationChart"/>
    <dgm:cxn modelId="{E3B99DA0-8FDA-4F6D-9F43-AB8FB5A38875}" type="presParOf" srcId="{566431DC-BC8B-4516-B674-2D24B9FF7D15}" destId="{C3763347-B9EC-4E8B-9804-1B3B2971076C}" srcOrd="1" destOrd="0" presId="urn:microsoft.com/office/officeart/2009/3/layout/HorizontalOrganizationChart"/>
    <dgm:cxn modelId="{AE265D01-BEED-41EF-93D4-10887B2FCF3A}" type="presParOf" srcId="{779296B4-FFDC-4C0A-9837-23A8FF071848}" destId="{D26D7B40-8F77-458C-9585-18327CF83EDD}" srcOrd="1" destOrd="0" presId="urn:microsoft.com/office/officeart/2009/3/layout/HorizontalOrganizationChart"/>
    <dgm:cxn modelId="{46531C78-07A9-4978-ACF5-8F02BF4780FE}" type="presParOf" srcId="{779296B4-FFDC-4C0A-9837-23A8FF071848}" destId="{7A4F0163-257B-4EB7-AB9A-74BBF3F83C47}" srcOrd="2" destOrd="0" presId="urn:microsoft.com/office/officeart/2009/3/layout/HorizontalOrganizationChart"/>
    <dgm:cxn modelId="{927693F4-702A-4B6F-A946-B6233423B048}" type="presParOf" srcId="{72A8241B-B954-4322-ACF4-2AADC1EFCD0A}" destId="{985CEBC4-9674-4988-8C36-2293AE71F71E}" srcOrd="2" destOrd="0" presId="urn:microsoft.com/office/officeart/2009/3/layout/HorizontalOrganizationChar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D4D6F7-06FF-436D-A9FB-95B501E691B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925B9D-09A9-4886-86DE-101F5D6D6630}">
      <dgm:prSet phldrT="[Text]" phldr="0" custT="1"/>
      <dgm:spPr/>
      <dgm:t>
        <a:bodyPr/>
        <a:lstStyle/>
        <a:p>
          <a:r>
            <a:rPr lang="de-DE" sz="1200" dirty="0">
              <a:solidFill>
                <a:srgbClr val="FFFFFF"/>
              </a:solidFill>
            </a:rPr>
            <a:t>Engineered Dataset</a:t>
          </a:r>
          <a:endParaRPr lang="en-IN" sz="1200" dirty="0">
            <a:solidFill>
              <a:srgbClr val="FFFFFF"/>
            </a:solidFill>
          </a:endParaRPr>
        </a:p>
      </dgm:t>
    </dgm:pt>
    <dgm:pt modelId="{61BD4320-8B08-4219-9408-EF06073904A5}" type="parTrans" cxnId="{8B0CC4AB-5042-4E69-9331-23B3DC76057E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A67EC6FA-081A-4505-9B61-351E2A7CF64E}" type="sibTrans" cxnId="{8B0CC4AB-5042-4E69-9331-23B3DC76057E}">
      <dgm:prSet custT="1"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AC87077D-7EA5-462F-8D42-56E7FBD3BCBB}">
      <dgm:prSet phldrT="[Text]" phldr="0" custT="1"/>
      <dgm:spPr/>
      <dgm:t>
        <a:bodyPr/>
        <a:lstStyle/>
        <a:p>
          <a:r>
            <a:rPr lang="de-DE" sz="1200" dirty="0">
              <a:solidFill>
                <a:srgbClr val="FFFFFF"/>
              </a:solidFill>
            </a:rPr>
            <a:t>Baseline Imputation </a:t>
          </a:r>
          <a:r>
            <a:rPr lang="en-IN" sz="1200" dirty="0">
              <a:solidFill>
                <a:srgbClr val="FFFFFF"/>
              </a:solidFill>
            </a:rPr>
            <a:t>Methods</a:t>
          </a:r>
        </a:p>
      </dgm:t>
    </dgm:pt>
    <dgm:pt modelId="{C717194E-1B1F-4DF6-81B8-ECA064CB9461}" type="parTrans" cxnId="{00F681C0-8F2D-4118-8E49-4A346FF1541C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C842D8E2-D3BF-4E56-99E9-06C6F480F47E}" type="sibTrans" cxnId="{00F681C0-8F2D-4118-8E49-4A346FF1541C}">
      <dgm:prSet custT="1"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5AA9B4D4-E639-4B81-870C-35C61A86EC33}">
      <dgm:prSet phldrT="[Text]" phldr="0" custT="1"/>
      <dgm:spPr/>
      <dgm:t>
        <a:bodyPr/>
        <a:lstStyle/>
        <a:p>
          <a:r>
            <a:rPr lang="de-DE" sz="1200" dirty="0">
              <a:solidFill>
                <a:srgbClr val="FFFFFF"/>
              </a:solidFill>
            </a:rPr>
            <a:t>GRU-D</a:t>
          </a:r>
          <a:endParaRPr lang="en-IN" sz="1200" dirty="0">
            <a:solidFill>
              <a:srgbClr val="FFFFFF"/>
            </a:solidFill>
          </a:endParaRPr>
        </a:p>
      </dgm:t>
    </dgm:pt>
    <dgm:pt modelId="{1E95C413-394D-4E88-BA2E-0B282A7EBD5D}" type="parTrans" cxnId="{9E8B716B-1828-4094-814E-8895A5E5122D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64831240-6C7E-4959-8AE4-ADE0AC67885D}" type="sibTrans" cxnId="{9E8B716B-1828-4094-814E-8895A5E5122D}">
      <dgm:prSet custT="1"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1BEF2D0A-4AD4-4106-8630-6482B5D84FD4}">
      <dgm:prSet phldrT="[Text]" phldr="0" custT="1"/>
      <dgm:spPr/>
      <dgm:t>
        <a:bodyPr/>
        <a:lstStyle/>
        <a:p>
          <a:r>
            <a:rPr lang="de-DE" sz="1200" dirty="0">
              <a:solidFill>
                <a:srgbClr val="FFFFFF"/>
              </a:solidFill>
            </a:rPr>
            <a:t>Completed Dataset</a:t>
          </a:r>
          <a:endParaRPr lang="en-IN" sz="1200" dirty="0">
            <a:solidFill>
              <a:srgbClr val="FFFFFF"/>
            </a:solidFill>
          </a:endParaRPr>
        </a:p>
      </dgm:t>
    </dgm:pt>
    <dgm:pt modelId="{6D7E3301-429F-4A7C-864E-FC8343B31CC6}" type="parTrans" cxnId="{D153D061-48F8-45B1-9296-02862097C113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8E541492-55EC-48A4-876E-608906C6745D}" type="sibTrans" cxnId="{D153D061-48F8-45B1-9296-02862097C113}">
      <dgm:prSet custT="1"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59DF61E2-A2C0-44DE-8717-69B7BF11577F}">
      <dgm:prSet phldrT="[Text]" phldr="0" custT="1"/>
      <dgm:spPr/>
      <dgm:t>
        <a:bodyPr/>
        <a:lstStyle/>
        <a:p>
          <a:r>
            <a:rPr lang="de-DE" sz="1200" dirty="0">
              <a:solidFill>
                <a:srgbClr val="FFFFFF"/>
              </a:solidFill>
            </a:rPr>
            <a:t>Baseline Data Generation Method</a:t>
          </a:r>
          <a:endParaRPr lang="en-IN" sz="1200" dirty="0">
            <a:solidFill>
              <a:srgbClr val="FFFFFF"/>
            </a:solidFill>
          </a:endParaRPr>
        </a:p>
      </dgm:t>
    </dgm:pt>
    <dgm:pt modelId="{F7878C82-FB43-43DE-84C0-34329EFCA994}" type="parTrans" cxnId="{6EE94186-7E9C-4FD2-AED5-D4B1278DF601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E8F42BB9-67D6-4CA6-9D07-24CE20275ACF}" type="sibTrans" cxnId="{6EE94186-7E9C-4FD2-AED5-D4B1278DF601}">
      <dgm:prSet custT="1"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F2AF6900-275E-43FD-A769-32778B6ADD7E}">
      <dgm:prSet phldrT="[Text]" phldr="0" custT="1"/>
      <dgm:spPr/>
      <dgm:t>
        <a:bodyPr/>
        <a:lstStyle/>
        <a:p>
          <a:pPr algn="ctr"/>
          <a:r>
            <a:rPr lang="de-DE" sz="1200" u="none" dirty="0">
              <a:solidFill>
                <a:srgbClr val="FFFFFF"/>
              </a:solidFill>
            </a:rPr>
            <a:t>GRU-GAN </a:t>
          </a:r>
          <a:endParaRPr lang="en-IN" sz="1200" u="none" dirty="0">
            <a:solidFill>
              <a:srgbClr val="FFFFFF"/>
            </a:solidFill>
          </a:endParaRPr>
        </a:p>
      </dgm:t>
    </dgm:pt>
    <dgm:pt modelId="{3A38F943-C439-44D4-8E4E-EAC6D0CA253C}" type="parTrans" cxnId="{C630F4E8-72E5-4170-BD78-5073A9E81C79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1E9CF523-AF99-4474-AE78-6F939A890BDE}" type="sibTrans" cxnId="{C630F4E8-72E5-4170-BD78-5073A9E81C79}">
      <dgm:prSet custT="1"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3101A81E-6BAD-4848-9478-83C7D12856DF}">
      <dgm:prSet phldrT="[Text]" phldr="0" custT="1"/>
      <dgm:spPr/>
      <dgm:t>
        <a:bodyPr/>
        <a:lstStyle/>
        <a:p>
          <a:pPr algn="ctr"/>
          <a:r>
            <a:rPr lang="de-DE" sz="1200" u="none" dirty="0">
              <a:solidFill>
                <a:srgbClr val="FFFFFF"/>
              </a:solidFill>
            </a:rPr>
            <a:t>Synthetic Data Generation</a:t>
          </a:r>
          <a:endParaRPr lang="en-IN" sz="1200" u="none" dirty="0">
            <a:solidFill>
              <a:srgbClr val="FFFFFF"/>
            </a:solidFill>
          </a:endParaRPr>
        </a:p>
      </dgm:t>
    </dgm:pt>
    <dgm:pt modelId="{6734704A-AFCB-4525-A427-C366EFC42521}" type="parTrans" cxnId="{FB9A2D6D-6E90-4626-A242-20C2B3868794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16672D13-DC86-4FFD-8950-20ED5CFA18E9}" type="sibTrans" cxnId="{FB9A2D6D-6E90-4626-A242-20C2B3868794}">
      <dgm:prSet/>
      <dgm:spPr/>
      <dgm:t>
        <a:bodyPr/>
        <a:lstStyle/>
        <a:p>
          <a:endParaRPr lang="en-IN" sz="1100">
            <a:solidFill>
              <a:srgbClr val="FFFFFF"/>
            </a:solidFill>
          </a:endParaRPr>
        </a:p>
      </dgm:t>
    </dgm:pt>
    <dgm:pt modelId="{121ACD6B-5703-471B-B379-7A2DF6BA7AFF}" type="pres">
      <dgm:prSet presAssocID="{A1D4D6F7-06FF-436D-A9FB-95B501E691B9}" presName="diagram" presStyleCnt="0">
        <dgm:presLayoutVars>
          <dgm:dir/>
          <dgm:resizeHandles val="exact"/>
        </dgm:presLayoutVars>
      </dgm:prSet>
      <dgm:spPr/>
    </dgm:pt>
    <dgm:pt modelId="{E20483DD-40C7-408F-9B51-8C12DAFBC0D1}" type="pres">
      <dgm:prSet presAssocID="{4E925B9D-09A9-4886-86DE-101F5D6D6630}" presName="node" presStyleLbl="node1" presStyleIdx="0" presStyleCnt="7">
        <dgm:presLayoutVars>
          <dgm:bulletEnabled val="1"/>
        </dgm:presLayoutVars>
      </dgm:prSet>
      <dgm:spPr/>
    </dgm:pt>
    <dgm:pt modelId="{C073E9B5-8FD8-4082-A374-D19F40FC7ED1}" type="pres">
      <dgm:prSet presAssocID="{A67EC6FA-081A-4505-9B61-351E2A7CF64E}" presName="sibTrans" presStyleLbl="sibTrans2D1" presStyleIdx="0" presStyleCnt="6"/>
      <dgm:spPr/>
    </dgm:pt>
    <dgm:pt modelId="{36918853-57D8-4DCF-B50E-43B462CFFA93}" type="pres">
      <dgm:prSet presAssocID="{A67EC6FA-081A-4505-9B61-351E2A7CF64E}" presName="connectorText" presStyleLbl="sibTrans2D1" presStyleIdx="0" presStyleCnt="6"/>
      <dgm:spPr/>
    </dgm:pt>
    <dgm:pt modelId="{275FB715-8CD9-428C-BA60-20AFB591B797}" type="pres">
      <dgm:prSet presAssocID="{AC87077D-7EA5-462F-8D42-56E7FBD3BCBB}" presName="node" presStyleLbl="node1" presStyleIdx="1" presStyleCnt="7">
        <dgm:presLayoutVars>
          <dgm:bulletEnabled val="1"/>
        </dgm:presLayoutVars>
      </dgm:prSet>
      <dgm:spPr/>
    </dgm:pt>
    <dgm:pt modelId="{1D8A5148-347D-4D39-9A4F-8147FE4E28CA}" type="pres">
      <dgm:prSet presAssocID="{C842D8E2-D3BF-4E56-99E9-06C6F480F47E}" presName="sibTrans" presStyleLbl="sibTrans2D1" presStyleIdx="1" presStyleCnt="6"/>
      <dgm:spPr/>
    </dgm:pt>
    <dgm:pt modelId="{51478CCA-BAA9-455C-BE6B-34E71D2B540A}" type="pres">
      <dgm:prSet presAssocID="{C842D8E2-D3BF-4E56-99E9-06C6F480F47E}" presName="connectorText" presStyleLbl="sibTrans2D1" presStyleIdx="1" presStyleCnt="6"/>
      <dgm:spPr/>
    </dgm:pt>
    <dgm:pt modelId="{C4B69937-5697-47A2-A050-59093DC5DE46}" type="pres">
      <dgm:prSet presAssocID="{5AA9B4D4-E639-4B81-870C-35C61A86EC33}" presName="node" presStyleLbl="node1" presStyleIdx="2" presStyleCnt="7">
        <dgm:presLayoutVars>
          <dgm:bulletEnabled val="1"/>
        </dgm:presLayoutVars>
      </dgm:prSet>
      <dgm:spPr/>
    </dgm:pt>
    <dgm:pt modelId="{73C9EDE3-B56A-4B96-B35B-9144CE9B5512}" type="pres">
      <dgm:prSet presAssocID="{64831240-6C7E-4959-8AE4-ADE0AC67885D}" presName="sibTrans" presStyleLbl="sibTrans2D1" presStyleIdx="2" presStyleCnt="6"/>
      <dgm:spPr/>
    </dgm:pt>
    <dgm:pt modelId="{91CA54C9-A4DE-499A-BCE7-50E8CABE7D56}" type="pres">
      <dgm:prSet presAssocID="{64831240-6C7E-4959-8AE4-ADE0AC67885D}" presName="connectorText" presStyleLbl="sibTrans2D1" presStyleIdx="2" presStyleCnt="6"/>
      <dgm:spPr/>
    </dgm:pt>
    <dgm:pt modelId="{7FF18BA1-6A15-4865-97AE-B965E1EA00A1}" type="pres">
      <dgm:prSet presAssocID="{1BEF2D0A-4AD4-4106-8630-6482B5D84FD4}" presName="node" presStyleLbl="node1" presStyleIdx="3" presStyleCnt="7">
        <dgm:presLayoutVars>
          <dgm:bulletEnabled val="1"/>
        </dgm:presLayoutVars>
      </dgm:prSet>
      <dgm:spPr/>
    </dgm:pt>
    <dgm:pt modelId="{CD513BF4-E3DB-4CD1-8551-00316860781D}" type="pres">
      <dgm:prSet presAssocID="{8E541492-55EC-48A4-876E-608906C6745D}" presName="sibTrans" presStyleLbl="sibTrans2D1" presStyleIdx="3" presStyleCnt="6"/>
      <dgm:spPr/>
    </dgm:pt>
    <dgm:pt modelId="{D7EB1247-5699-4A13-B706-D8230C76F924}" type="pres">
      <dgm:prSet presAssocID="{8E541492-55EC-48A4-876E-608906C6745D}" presName="connectorText" presStyleLbl="sibTrans2D1" presStyleIdx="3" presStyleCnt="6"/>
      <dgm:spPr/>
    </dgm:pt>
    <dgm:pt modelId="{9E519F54-4B66-46F7-8071-C4DE30A28754}" type="pres">
      <dgm:prSet presAssocID="{59DF61E2-A2C0-44DE-8717-69B7BF11577F}" presName="node" presStyleLbl="node1" presStyleIdx="4" presStyleCnt="7">
        <dgm:presLayoutVars>
          <dgm:bulletEnabled val="1"/>
        </dgm:presLayoutVars>
      </dgm:prSet>
      <dgm:spPr/>
    </dgm:pt>
    <dgm:pt modelId="{6A010756-3D45-49BB-A3BB-A1ADA4731968}" type="pres">
      <dgm:prSet presAssocID="{E8F42BB9-67D6-4CA6-9D07-24CE20275ACF}" presName="sibTrans" presStyleLbl="sibTrans2D1" presStyleIdx="4" presStyleCnt="6"/>
      <dgm:spPr/>
    </dgm:pt>
    <dgm:pt modelId="{86B6ECF1-EC81-4204-896B-062D1DD16E91}" type="pres">
      <dgm:prSet presAssocID="{E8F42BB9-67D6-4CA6-9D07-24CE20275ACF}" presName="connectorText" presStyleLbl="sibTrans2D1" presStyleIdx="4" presStyleCnt="6"/>
      <dgm:spPr/>
    </dgm:pt>
    <dgm:pt modelId="{1A658B75-F930-46A9-BA35-957C84D4AF4F}" type="pres">
      <dgm:prSet presAssocID="{F2AF6900-275E-43FD-A769-32778B6ADD7E}" presName="node" presStyleLbl="node1" presStyleIdx="5" presStyleCnt="7">
        <dgm:presLayoutVars>
          <dgm:bulletEnabled val="1"/>
        </dgm:presLayoutVars>
      </dgm:prSet>
      <dgm:spPr/>
    </dgm:pt>
    <dgm:pt modelId="{43DB0A50-41DE-4731-9980-5BE800F237B0}" type="pres">
      <dgm:prSet presAssocID="{1E9CF523-AF99-4474-AE78-6F939A890BDE}" presName="sibTrans" presStyleLbl="sibTrans2D1" presStyleIdx="5" presStyleCnt="6"/>
      <dgm:spPr/>
    </dgm:pt>
    <dgm:pt modelId="{733173A4-0739-4B98-8F47-C27733A1B4FD}" type="pres">
      <dgm:prSet presAssocID="{1E9CF523-AF99-4474-AE78-6F939A890BDE}" presName="connectorText" presStyleLbl="sibTrans2D1" presStyleIdx="5" presStyleCnt="6"/>
      <dgm:spPr/>
    </dgm:pt>
    <dgm:pt modelId="{A33CB55C-9056-46F4-ACD5-02237D422B20}" type="pres">
      <dgm:prSet presAssocID="{3101A81E-6BAD-4848-9478-83C7D12856DF}" presName="node" presStyleLbl="node1" presStyleIdx="6" presStyleCnt="7">
        <dgm:presLayoutVars>
          <dgm:bulletEnabled val="1"/>
        </dgm:presLayoutVars>
      </dgm:prSet>
      <dgm:spPr/>
    </dgm:pt>
  </dgm:ptLst>
  <dgm:cxnLst>
    <dgm:cxn modelId="{B911DF06-D45F-4479-9382-C176E51866AB}" type="presOf" srcId="{A1D4D6F7-06FF-436D-A9FB-95B501E691B9}" destId="{121ACD6B-5703-471B-B379-7A2DF6BA7AFF}" srcOrd="0" destOrd="0" presId="urn:microsoft.com/office/officeart/2005/8/layout/process5"/>
    <dgm:cxn modelId="{FA7DDB2B-B873-4812-A879-27C136EF0CA7}" type="presOf" srcId="{1E9CF523-AF99-4474-AE78-6F939A890BDE}" destId="{43DB0A50-41DE-4731-9980-5BE800F237B0}" srcOrd="0" destOrd="0" presId="urn:microsoft.com/office/officeart/2005/8/layout/process5"/>
    <dgm:cxn modelId="{40D1FF38-DA16-40C8-B082-84342C5649DB}" type="presOf" srcId="{A67EC6FA-081A-4505-9B61-351E2A7CF64E}" destId="{36918853-57D8-4DCF-B50E-43B462CFFA93}" srcOrd="1" destOrd="0" presId="urn:microsoft.com/office/officeart/2005/8/layout/process5"/>
    <dgm:cxn modelId="{1CAACF3D-0897-4F7C-8F3B-EE510E09E681}" type="presOf" srcId="{5AA9B4D4-E639-4B81-870C-35C61A86EC33}" destId="{C4B69937-5697-47A2-A050-59093DC5DE46}" srcOrd="0" destOrd="0" presId="urn:microsoft.com/office/officeart/2005/8/layout/process5"/>
    <dgm:cxn modelId="{C5C7FB5B-454F-4E9B-911F-6CE41CE923BE}" type="presOf" srcId="{59DF61E2-A2C0-44DE-8717-69B7BF11577F}" destId="{9E519F54-4B66-46F7-8071-C4DE30A28754}" srcOrd="0" destOrd="0" presId="urn:microsoft.com/office/officeart/2005/8/layout/process5"/>
    <dgm:cxn modelId="{48A5535C-BF79-48D0-B428-5AF5F00C9FAC}" type="presOf" srcId="{4E925B9D-09A9-4886-86DE-101F5D6D6630}" destId="{E20483DD-40C7-408F-9B51-8C12DAFBC0D1}" srcOrd="0" destOrd="0" presId="urn:microsoft.com/office/officeart/2005/8/layout/process5"/>
    <dgm:cxn modelId="{D153D061-48F8-45B1-9296-02862097C113}" srcId="{A1D4D6F7-06FF-436D-A9FB-95B501E691B9}" destId="{1BEF2D0A-4AD4-4106-8630-6482B5D84FD4}" srcOrd="3" destOrd="0" parTransId="{6D7E3301-429F-4A7C-864E-FC8343B31CC6}" sibTransId="{8E541492-55EC-48A4-876E-608906C6745D}"/>
    <dgm:cxn modelId="{C1DCC447-99E8-4F8A-8884-34CC89EDBF2E}" type="presOf" srcId="{64831240-6C7E-4959-8AE4-ADE0AC67885D}" destId="{91CA54C9-A4DE-499A-BCE7-50E8CABE7D56}" srcOrd="1" destOrd="0" presId="urn:microsoft.com/office/officeart/2005/8/layout/process5"/>
    <dgm:cxn modelId="{56FA2568-5FAE-4E44-AA19-D1975CFDFE0E}" type="presOf" srcId="{F2AF6900-275E-43FD-A769-32778B6ADD7E}" destId="{1A658B75-F930-46A9-BA35-957C84D4AF4F}" srcOrd="0" destOrd="0" presId="urn:microsoft.com/office/officeart/2005/8/layout/process5"/>
    <dgm:cxn modelId="{9E8B716B-1828-4094-814E-8895A5E5122D}" srcId="{A1D4D6F7-06FF-436D-A9FB-95B501E691B9}" destId="{5AA9B4D4-E639-4B81-870C-35C61A86EC33}" srcOrd="2" destOrd="0" parTransId="{1E95C413-394D-4E88-BA2E-0B282A7EBD5D}" sibTransId="{64831240-6C7E-4959-8AE4-ADE0AC67885D}"/>
    <dgm:cxn modelId="{891C204C-7444-43BB-97D9-F1A82B28312B}" type="presOf" srcId="{E8F42BB9-67D6-4CA6-9D07-24CE20275ACF}" destId="{86B6ECF1-EC81-4204-896B-062D1DD16E91}" srcOrd="1" destOrd="0" presId="urn:microsoft.com/office/officeart/2005/8/layout/process5"/>
    <dgm:cxn modelId="{FB9A2D6D-6E90-4626-A242-20C2B3868794}" srcId="{A1D4D6F7-06FF-436D-A9FB-95B501E691B9}" destId="{3101A81E-6BAD-4848-9478-83C7D12856DF}" srcOrd="6" destOrd="0" parTransId="{6734704A-AFCB-4525-A427-C366EFC42521}" sibTransId="{16672D13-DC86-4FFD-8950-20ED5CFA18E9}"/>
    <dgm:cxn modelId="{6EE94186-7E9C-4FD2-AED5-D4B1278DF601}" srcId="{A1D4D6F7-06FF-436D-A9FB-95B501E691B9}" destId="{59DF61E2-A2C0-44DE-8717-69B7BF11577F}" srcOrd="4" destOrd="0" parTransId="{F7878C82-FB43-43DE-84C0-34329EFCA994}" sibTransId="{E8F42BB9-67D6-4CA6-9D07-24CE20275ACF}"/>
    <dgm:cxn modelId="{FA86198A-3014-4F4D-9981-0AF534D7614D}" type="presOf" srcId="{1BEF2D0A-4AD4-4106-8630-6482B5D84FD4}" destId="{7FF18BA1-6A15-4865-97AE-B965E1EA00A1}" srcOrd="0" destOrd="0" presId="urn:microsoft.com/office/officeart/2005/8/layout/process5"/>
    <dgm:cxn modelId="{4C21CF8D-9789-46D1-B988-958FA66DBAA2}" type="presOf" srcId="{8E541492-55EC-48A4-876E-608906C6745D}" destId="{CD513BF4-E3DB-4CD1-8551-00316860781D}" srcOrd="0" destOrd="0" presId="urn:microsoft.com/office/officeart/2005/8/layout/process5"/>
    <dgm:cxn modelId="{D441BC90-CE68-4756-912B-6ADCE91990CD}" type="presOf" srcId="{C842D8E2-D3BF-4E56-99E9-06C6F480F47E}" destId="{51478CCA-BAA9-455C-BE6B-34E71D2B540A}" srcOrd="1" destOrd="0" presId="urn:microsoft.com/office/officeart/2005/8/layout/process5"/>
    <dgm:cxn modelId="{72DFB3A0-33D0-451E-8590-E32FECE15C44}" type="presOf" srcId="{C842D8E2-D3BF-4E56-99E9-06C6F480F47E}" destId="{1D8A5148-347D-4D39-9A4F-8147FE4E28CA}" srcOrd="0" destOrd="0" presId="urn:microsoft.com/office/officeart/2005/8/layout/process5"/>
    <dgm:cxn modelId="{8B0CC4AB-5042-4E69-9331-23B3DC76057E}" srcId="{A1D4D6F7-06FF-436D-A9FB-95B501E691B9}" destId="{4E925B9D-09A9-4886-86DE-101F5D6D6630}" srcOrd="0" destOrd="0" parTransId="{61BD4320-8B08-4219-9408-EF06073904A5}" sibTransId="{A67EC6FA-081A-4505-9B61-351E2A7CF64E}"/>
    <dgm:cxn modelId="{67EDCBB6-8B6A-4F06-BA4D-2311093CC4FC}" type="presOf" srcId="{E8F42BB9-67D6-4CA6-9D07-24CE20275ACF}" destId="{6A010756-3D45-49BB-A3BB-A1ADA4731968}" srcOrd="0" destOrd="0" presId="urn:microsoft.com/office/officeart/2005/8/layout/process5"/>
    <dgm:cxn modelId="{00F681C0-8F2D-4118-8E49-4A346FF1541C}" srcId="{A1D4D6F7-06FF-436D-A9FB-95B501E691B9}" destId="{AC87077D-7EA5-462F-8D42-56E7FBD3BCBB}" srcOrd="1" destOrd="0" parTransId="{C717194E-1B1F-4DF6-81B8-ECA064CB9461}" sibTransId="{C842D8E2-D3BF-4E56-99E9-06C6F480F47E}"/>
    <dgm:cxn modelId="{74AB79CF-3422-4E23-B2DA-E0A9DC436406}" type="presOf" srcId="{64831240-6C7E-4959-8AE4-ADE0AC67885D}" destId="{73C9EDE3-B56A-4B96-B35B-9144CE9B5512}" srcOrd="0" destOrd="0" presId="urn:microsoft.com/office/officeart/2005/8/layout/process5"/>
    <dgm:cxn modelId="{BC6C56D2-483C-4C2E-859B-1FC2DB0E7F5A}" type="presOf" srcId="{AC87077D-7EA5-462F-8D42-56E7FBD3BCBB}" destId="{275FB715-8CD9-428C-BA60-20AFB591B797}" srcOrd="0" destOrd="0" presId="urn:microsoft.com/office/officeart/2005/8/layout/process5"/>
    <dgm:cxn modelId="{4AC113D4-2DCE-4341-8F3A-4DE79C2C8427}" type="presOf" srcId="{8E541492-55EC-48A4-876E-608906C6745D}" destId="{D7EB1247-5699-4A13-B706-D8230C76F924}" srcOrd="1" destOrd="0" presId="urn:microsoft.com/office/officeart/2005/8/layout/process5"/>
    <dgm:cxn modelId="{569541DE-E27D-4E18-BE1C-A626F999C0B9}" type="presOf" srcId="{A67EC6FA-081A-4505-9B61-351E2A7CF64E}" destId="{C073E9B5-8FD8-4082-A374-D19F40FC7ED1}" srcOrd="0" destOrd="0" presId="urn:microsoft.com/office/officeart/2005/8/layout/process5"/>
    <dgm:cxn modelId="{C630F4E8-72E5-4170-BD78-5073A9E81C79}" srcId="{A1D4D6F7-06FF-436D-A9FB-95B501E691B9}" destId="{F2AF6900-275E-43FD-A769-32778B6ADD7E}" srcOrd="5" destOrd="0" parTransId="{3A38F943-C439-44D4-8E4E-EAC6D0CA253C}" sibTransId="{1E9CF523-AF99-4474-AE78-6F939A890BDE}"/>
    <dgm:cxn modelId="{422932F7-6D75-4681-9256-96C414FFA196}" type="presOf" srcId="{3101A81E-6BAD-4848-9478-83C7D12856DF}" destId="{A33CB55C-9056-46F4-ACD5-02237D422B20}" srcOrd="0" destOrd="0" presId="urn:microsoft.com/office/officeart/2005/8/layout/process5"/>
    <dgm:cxn modelId="{958DEFFB-9BF4-4658-960A-F56CF4956E82}" type="presOf" srcId="{1E9CF523-AF99-4474-AE78-6F939A890BDE}" destId="{733173A4-0739-4B98-8F47-C27733A1B4FD}" srcOrd="1" destOrd="0" presId="urn:microsoft.com/office/officeart/2005/8/layout/process5"/>
    <dgm:cxn modelId="{F264F2AD-04E4-4807-AE1E-304BF9774901}" type="presParOf" srcId="{121ACD6B-5703-471B-B379-7A2DF6BA7AFF}" destId="{E20483DD-40C7-408F-9B51-8C12DAFBC0D1}" srcOrd="0" destOrd="0" presId="urn:microsoft.com/office/officeart/2005/8/layout/process5"/>
    <dgm:cxn modelId="{E351056F-A25C-445B-84ED-98D8D8C91EB9}" type="presParOf" srcId="{121ACD6B-5703-471B-B379-7A2DF6BA7AFF}" destId="{C073E9B5-8FD8-4082-A374-D19F40FC7ED1}" srcOrd="1" destOrd="0" presId="urn:microsoft.com/office/officeart/2005/8/layout/process5"/>
    <dgm:cxn modelId="{37AC57B1-F439-4894-8179-25A8D958CB95}" type="presParOf" srcId="{C073E9B5-8FD8-4082-A374-D19F40FC7ED1}" destId="{36918853-57D8-4DCF-B50E-43B462CFFA93}" srcOrd="0" destOrd="0" presId="urn:microsoft.com/office/officeart/2005/8/layout/process5"/>
    <dgm:cxn modelId="{82D8DABF-6B4A-404C-ADF0-3F0C3D8F0910}" type="presParOf" srcId="{121ACD6B-5703-471B-B379-7A2DF6BA7AFF}" destId="{275FB715-8CD9-428C-BA60-20AFB591B797}" srcOrd="2" destOrd="0" presId="urn:microsoft.com/office/officeart/2005/8/layout/process5"/>
    <dgm:cxn modelId="{817F411A-D2D8-454B-80B9-D8A348836E81}" type="presParOf" srcId="{121ACD6B-5703-471B-B379-7A2DF6BA7AFF}" destId="{1D8A5148-347D-4D39-9A4F-8147FE4E28CA}" srcOrd="3" destOrd="0" presId="urn:microsoft.com/office/officeart/2005/8/layout/process5"/>
    <dgm:cxn modelId="{24A4EB58-FE73-4111-A600-06A03316737F}" type="presParOf" srcId="{1D8A5148-347D-4D39-9A4F-8147FE4E28CA}" destId="{51478CCA-BAA9-455C-BE6B-34E71D2B540A}" srcOrd="0" destOrd="0" presId="urn:microsoft.com/office/officeart/2005/8/layout/process5"/>
    <dgm:cxn modelId="{99BBCAEC-5D99-4F3F-8074-552737F05CC7}" type="presParOf" srcId="{121ACD6B-5703-471B-B379-7A2DF6BA7AFF}" destId="{C4B69937-5697-47A2-A050-59093DC5DE46}" srcOrd="4" destOrd="0" presId="urn:microsoft.com/office/officeart/2005/8/layout/process5"/>
    <dgm:cxn modelId="{062A2D7D-CE1D-44B8-8D9D-FB51D378E38E}" type="presParOf" srcId="{121ACD6B-5703-471B-B379-7A2DF6BA7AFF}" destId="{73C9EDE3-B56A-4B96-B35B-9144CE9B5512}" srcOrd="5" destOrd="0" presId="urn:microsoft.com/office/officeart/2005/8/layout/process5"/>
    <dgm:cxn modelId="{18EBDE3D-6145-457F-92E3-5CC392BBBECC}" type="presParOf" srcId="{73C9EDE3-B56A-4B96-B35B-9144CE9B5512}" destId="{91CA54C9-A4DE-499A-BCE7-50E8CABE7D56}" srcOrd="0" destOrd="0" presId="urn:microsoft.com/office/officeart/2005/8/layout/process5"/>
    <dgm:cxn modelId="{F07CA217-CFB2-4C37-B94E-8D5B4C08F67A}" type="presParOf" srcId="{121ACD6B-5703-471B-B379-7A2DF6BA7AFF}" destId="{7FF18BA1-6A15-4865-97AE-B965E1EA00A1}" srcOrd="6" destOrd="0" presId="urn:microsoft.com/office/officeart/2005/8/layout/process5"/>
    <dgm:cxn modelId="{9DC0E788-2942-4D4C-908C-52B121E56544}" type="presParOf" srcId="{121ACD6B-5703-471B-B379-7A2DF6BA7AFF}" destId="{CD513BF4-E3DB-4CD1-8551-00316860781D}" srcOrd="7" destOrd="0" presId="urn:microsoft.com/office/officeart/2005/8/layout/process5"/>
    <dgm:cxn modelId="{C3D1661A-112E-4CE3-BD1B-9576290319A9}" type="presParOf" srcId="{CD513BF4-E3DB-4CD1-8551-00316860781D}" destId="{D7EB1247-5699-4A13-B706-D8230C76F924}" srcOrd="0" destOrd="0" presId="urn:microsoft.com/office/officeart/2005/8/layout/process5"/>
    <dgm:cxn modelId="{E49920D2-F07A-4F4B-ACA1-AF328D07056B}" type="presParOf" srcId="{121ACD6B-5703-471B-B379-7A2DF6BA7AFF}" destId="{9E519F54-4B66-46F7-8071-C4DE30A28754}" srcOrd="8" destOrd="0" presId="urn:microsoft.com/office/officeart/2005/8/layout/process5"/>
    <dgm:cxn modelId="{310943F2-B70A-4587-A30C-C77E60A70ED3}" type="presParOf" srcId="{121ACD6B-5703-471B-B379-7A2DF6BA7AFF}" destId="{6A010756-3D45-49BB-A3BB-A1ADA4731968}" srcOrd="9" destOrd="0" presId="urn:microsoft.com/office/officeart/2005/8/layout/process5"/>
    <dgm:cxn modelId="{09505B4D-8940-4E56-AD02-4549B0317DF4}" type="presParOf" srcId="{6A010756-3D45-49BB-A3BB-A1ADA4731968}" destId="{86B6ECF1-EC81-4204-896B-062D1DD16E91}" srcOrd="0" destOrd="0" presId="urn:microsoft.com/office/officeart/2005/8/layout/process5"/>
    <dgm:cxn modelId="{E90AB08D-FF5F-4A60-9751-37005EA3857D}" type="presParOf" srcId="{121ACD6B-5703-471B-B379-7A2DF6BA7AFF}" destId="{1A658B75-F930-46A9-BA35-957C84D4AF4F}" srcOrd="10" destOrd="0" presId="urn:microsoft.com/office/officeart/2005/8/layout/process5"/>
    <dgm:cxn modelId="{14B1BE96-888A-42FC-8B20-7DB74605636A}" type="presParOf" srcId="{121ACD6B-5703-471B-B379-7A2DF6BA7AFF}" destId="{43DB0A50-41DE-4731-9980-5BE800F237B0}" srcOrd="11" destOrd="0" presId="urn:microsoft.com/office/officeart/2005/8/layout/process5"/>
    <dgm:cxn modelId="{2E740899-5CB2-490C-8208-836B788DE464}" type="presParOf" srcId="{43DB0A50-41DE-4731-9980-5BE800F237B0}" destId="{733173A4-0739-4B98-8F47-C27733A1B4FD}" srcOrd="0" destOrd="0" presId="urn:microsoft.com/office/officeart/2005/8/layout/process5"/>
    <dgm:cxn modelId="{66E9AFED-7C90-4F11-9844-F216576EB900}" type="presParOf" srcId="{121ACD6B-5703-471B-B379-7A2DF6BA7AFF}" destId="{A33CB55C-9056-46F4-ACD5-02237D422B20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18F1EE-529F-44BB-BB29-5BAFFA5656EA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490D8E-5219-4661-BD88-86A9A213E83D}">
      <dgm:prSet phldrT="[Text]" phldr="0" custT="1"/>
      <dgm:spPr/>
      <dgm:t>
        <a:bodyPr/>
        <a:lstStyle/>
        <a:p>
          <a:r>
            <a:rPr lang="de-DE" sz="1400" dirty="0"/>
            <a:t>Input</a:t>
          </a:r>
        </a:p>
        <a:p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10 base context features + 38 target features at each timestep</a:t>
          </a:r>
          <a:endParaRPr lang="en-IN" sz="1200" dirty="0"/>
        </a:p>
      </dgm:t>
    </dgm:pt>
    <dgm:pt modelId="{C5101C92-B114-42D1-9595-EA7CDDE57356}" type="parTrans" cxnId="{935978B2-D0A8-4EA7-8090-9A274B9BE79A}">
      <dgm:prSet/>
      <dgm:spPr/>
      <dgm:t>
        <a:bodyPr/>
        <a:lstStyle/>
        <a:p>
          <a:endParaRPr lang="en-IN" sz="1400"/>
        </a:p>
      </dgm:t>
    </dgm:pt>
    <dgm:pt modelId="{6AB77A27-DF22-4C30-B58E-79C3932B7BDE}" type="sibTrans" cxnId="{935978B2-D0A8-4EA7-8090-9A274B9BE79A}">
      <dgm:prSet custT="1"/>
      <dgm:spPr/>
      <dgm:t>
        <a:bodyPr/>
        <a:lstStyle/>
        <a:p>
          <a:endParaRPr lang="en-IN" sz="1050"/>
        </a:p>
      </dgm:t>
    </dgm:pt>
    <dgm:pt modelId="{8E165C0C-5B88-4822-B1B0-6BB31FBD78D6}">
      <dgm:prSet phldrT="[Text]" phldr="0" custT="1"/>
      <dgm:spPr/>
      <dgm:t>
        <a:bodyPr/>
        <a:lstStyle/>
        <a:p>
          <a:r>
            <a:rPr lang="de-DE" sz="1400" dirty="0"/>
            <a:t>Prediction</a:t>
          </a:r>
        </a:p>
        <a:p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Predicts all 38 features simultaneously for the next timestep</a:t>
          </a:r>
          <a:endParaRPr lang="en-IN" sz="1200" dirty="0"/>
        </a:p>
      </dgm:t>
    </dgm:pt>
    <dgm:pt modelId="{E0A10644-E2B3-4727-8FFF-C47D1E22C55F}" type="parTrans" cxnId="{2ED93D15-CBD4-4526-833D-0F38BFE8165F}">
      <dgm:prSet/>
      <dgm:spPr/>
      <dgm:t>
        <a:bodyPr/>
        <a:lstStyle/>
        <a:p>
          <a:endParaRPr lang="en-IN" sz="1400"/>
        </a:p>
      </dgm:t>
    </dgm:pt>
    <dgm:pt modelId="{EB4A65E9-ACB1-4C98-A49C-D7BC1A2A2C1A}" type="sibTrans" cxnId="{2ED93D15-CBD4-4526-833D-0F38BFE8165F}">
      <dgm:prSet custT="1"/>
      <dgm:spPr/>
      <dgm:t>
        <a:bodyPr/>
        <a:lstStyle/>
        <a:p>
          <a:endParaRPr lang="en-IN" sz="1050"/>
        </a:p>
      </dgm:t>
    </dgm:pt>
    <dgm:pt modelId="{11F962FB-E426-45C4-9AE3-BF164E87FA8C}">
      <dgm:prSet phldrT="[Text]" phldr="0" custT="1"/>
      <dgm:spPr/>
      <dgm:t>
        <a:bodyPr/>
        <a:lstStyle/>
        <a:p>
          <a:r>
            <a:rPr lang="de-DE" sz="1400" dirty="0"/>
            <a:t>Feedback Loop</a:t>
          </a:r>
        </a:p>
        <a:p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Predicted values are fed back for next input</a:t>
          </a:r>
        </a:p>
        <a:p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  <a:sym typeface="Wingdings" panose="05000000000000000000" pitchFamily="2" charset="2"/>
            </a:rPr>
            <a:t> </a:t>
          </a:r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repeated to generate a full sequence</a:t>
          </a:r>
          <a:endParaRPr lang="en-IN" sz="1200" b="1" dirty="0"/>
        </a:p>
      </dgm:t>
    </dgm:pt>
    <dgm:pt modelId="{8A245042-BB04-4932-9FE0-EC866727D9DD}" type="parTrans" cxnId="{9746B2E6-DF11-4590-95B5-0DBFCFD09EAD}">
      <dgm:prSet/>
      <dgm:spPr/>
      <dgm:t>
        <a:bodyPr/>
        <a:lstStyle/>
        <a:p>
          <a:endParaRPr lang="en-IN" sz="1400"/>
        </a:p>
      </dgm:t>
    </dgm:pt>
    <dgm:pt modelId="{C198142E-75A3-443C-B085-3575CDCB3A6E}" type="sibTrans" cxnId="{9746B2E6-DF11-4590-95B5-0DBFCFD09EAD}">
      <dgm:prSet/>
      <dgm:spPr/>
      <dgm:t>
        <a:bodyPr/>
        <a:lstStyle/>
        <a:p>
          <a:endParaRPr lang="en-IN" sz="1400"/>
        </a:p>
      </dgm:t>
    </dgm:pt>
    <dgm:pt modelId="{14ED2D0B-0DC9-490A-AD41-DDE966DB1621}" type="pres">
      <dgm:prSet presAssocID="{6B18F1EE-529F-44BB-BB29-5BAFFA5656EA}" presName="linearFlow" presStyleCnt="0">
        <dgm:presLayoutVars>
          <dgm:resizeHandles val="exact"/>
        </dgm:presLayoutVars>
      </dgm:prSet>
      <dgm:spPr/>
    </dgm:pt>
    <dgm:pt modelId="{ABA33282-6B2F-4250-A606-BBE96626022C}" type="pres">
      <dgm:prSet presAssocID="{22490D8E-5219-4661-BD88-86A9A213E83D}" presName="node" presStyleLbl="node1" presStyleIdx="0" presStyleCnt="3" custScaleX="156397">
        <dgm:presLayoutVars>
          <dgm:bulletEnabled val="1"/>
        </dgm:presLayoutVars>
      </dgm:prSet>
      <dgm:spPr/>
    </dgm:pt>
    <dgm:pt modelId="{91159AD1-46D2-4428-BECE-AF895A37FB88}" type="pres">
      <dgm:prSet presAssocID="{6AB77A27-DF22-4C30-B58E-79C3932B7BDE}" presName="sibTrans" presStyleLbl="sibTrans2D1" presStyleIdx="0" presStyleCnt="2"/>
      <dgm:spPr/>
    </dgm:pt>
    <dgm:pt modelId="{3C0DF019-7610-4A60-AB27-A81108A25C02}" type="pres">
      <dgm:prSet presAssocID="{6AB77A27-DF22-4C30-B58E-79C3932B7BDE}" presName="connectorText" presStyleLbl="sibTrans2D1" presStyleIdx="0" presStyleCnt="2"/>
      <dgm:spPr/>
    </dgm:pt>
    <dgm:pt modelId="{B34CCAD4-6BD8-42FD-8223-B68D1611AC16}" type="pres">
      <dgm:prSet presAssocID="{8E165C0C-5B88-4822-B1B0-6BB31FBD78D6}" presName="node" presStyleLbl="node1" presStyleIdx="1" presStyleCnt="3" custScaleX="156490">
        <dgm:presLayoutVars>
          <dgm:bulletEnabled val="1"/>
        </dgm:presLayoutVars>
      </dgm:prSet>
      <dgm:spPr/>
    </dgm:pt>
    <dgm:pt modelId="{4CDED042-2850-4506-AF45-9DFAAD6E6ECB}" type="pres">
      <dgm:prSet presAssocID="{EB4A65E9-ACB1-4C98-A49C-D7BC1A2A2C1A}" presName="sibTrans" presStyleLbl="sibTrans2D1" presStyleIdx="1" presStyleCnt="2"/>
      <dgm:spPr/>
    </dgm:pt>
    <dgm:pt modelId="{D6F08DA8-E825-4BBB-8B41-E67EE4BD4749}" type="pres">
      <dgm:prSet presAssocID="{EB4A65E9-ACB1-4C98-A49C-D7BC1A2A2C1A}" presName="connectorText" presStyleLbl="sibTrans2D1" presStyleIdx="1" presStyleCnt="2"/>
      <dgm:spPr/>
    </dgm:pt>
    <dgm:pt modelId="{E0FDCE54-BE5C-4B44-94F8-E817E9606691}" type="pres">
      <dgm:prSet presAssocID="{11F962FB-E426-45C4-9AE3-BF164E87FA8C}" presName="node" presStyleLbl="node1" presStyleIdx="2" presStyleCnt="3" custScaleX="152731">
        <dgm:presLayoutVars>
          <dgm:bulletEnabled val="1"/>
        </dgm:presLayoutVars>
      </dgm:prSet>
      <dgm:spPr/>
    </dgm:pt>
  </dgm:ptLst>
  <dgm:cxnLst>
    <dgm:cxn modelId="{1BD8900A-3A68-4314-BE5C-4A4D14AC618E}" type="presOf" srcId="{6B18F1EE-529F-44BB-BB29-5BAFFA5656EA}" destId="{14ED2D0B-0DC9-490A-AD41-DDE966DB1621}" srcOrd="0" destOrd="0" presId="urn:microsoft.com/office/officeart/2005/8/layout/process2"/>
    <dgm:cxn modelId="{2ED93D15-CBD4-4526-833D-0F38BFE8165F}" srcId="{6B18F1EE-529F-44BB-BB29-5BAFFA5656EA}" destId="{8E165C0C-5B88-4822-B1B0-6BB31FBD78D6}" srcOrd="1" destOrd="0" parTransId="{E0A10644-E2B3-4727-8FFF-C47D1E22C55F}" sibTransId="{EB4A65E9-ACB1-4C98-A49C-D7BC1A2A2C1A}"/>
    <dgm:cxn modelId="{7536D916-F508-4663-90B9-F76615F55D87}" type="presOf" srcId="{22490D8E-5219-4661-BD88-86A9A213E83D}" destId="{ABA33282-6B2F-4250-A606-BBE96626022C}" srcOrd="0" destOrd="0" presId="urn:microsoft.com/office/officeart/2005/8/layout/process2"/>
    <dgm:cxn modelId="{D9F4D817-7BFF-411F-AF74-27496E27C5CA}" type="presOf" srcId="{EB4A65E9-ACB1-4C98-A49C-D7BC1A2A2C1A}" destId="{D6F08DA8-E825-4BBB-8B41-E67EE4BD4749}" srcOrd="1" destOrd="0" presId="urn:microsoft.com/office/officeart/2005/8/layout/process2"/>
    <dgm:cxn modelId="{2C2F344C-6818-4AF8-A675-D6F32C0F2042}" type="presOf" srcId="{11F962FB-E426-45C4-9AE3-BF164E87FA8C}" destId="{E0FDCE54-BE5C-4B44-94F8-E817E9606691}" srcOrd="0" destOrd="0" presId="urn:microsoft.com/office/officeart/2005/8/layout/process2"/>
    <dgm:cxn modelId="{9F502858-A42D-4D8A-BAAE-CBFC6E3708E3}" type="presOf" srcId="{EB4A65E9-ACB1-4C98-A49C-D7BC1A2A2C1A}" destId="{4CDED042-2850-4506-AF45-9DFAAD6E6ECB}" srcOrd="0" destOrd="0" presId="urn:microsoft.com/office/officeart/2005/8/layout/process2"/>
    <dgm:cxn modelId="{935978B2-D0A8-4EA7-8090-9A274B9BE79A}" srcId="{6B18F1EE-529F-44BB-BB29-5BAFFA5656EA}" destId="{22490D8E-5219-4661-BD88-86A9A213E83D}" srcOrd="0" destOrd="0" parTransId="{C5101C92-B114-42D1-9595-EA7CDDE57356}" sibTransId="{6AB77A27-DF22-4C30-B58E-79C3932B7BDE}"/>
    <dgm:cxn modelId="{1068F2B7-011E-42FC-8706-F34EF10D3BB6}" type="presOf" srcId="{6AB77A27-DF22-4C30-B58E-79C3932B7BDE}" destId="{91159AD1-46D2-4428-BECE-AF895A37FB88}" srcOrd="0" destOrd="0" presId="urn:microsoft.com/office/officeart/2005/8/layout/process2"/>
    <dgm:cxn modelId="{9746B2E6-DF11-4590-95B5-0DBFCFD09EAD}" srcId="{6B18F1EE-529F-44BB-BB29-5BAFFA5656EA}" destId="{11F962FB-E426-45C4-9AE3-BF164E87FA8C}" srcOrd="2" destOrd="0" parTransId="{8A245042-BB04-4932-9FE0-EC866727D9DD}" sibTransId="{C198142E-75A3-443C-B085-3575CDCB3A6E}"/>
    <dgm:cxn modelId="{096AD2EC-948B-48C3-98E3-4539C8D6E34C}" type="presOf" srcId="{6AB77A27-DF22-4C30-B58E-79C3932B7BDE}" destId="{3C0DF019-7610-4A60-AB27-A81108A25C02}" srcOrd="1" destOrd="0" presId="urn:microsoft.com/office/officeart/2005/8/layout/process2"/>
    <dgm:cxn modelId="{3BB68EF2-E93A-4551-8D5F-E37A317C0371}" type="presOf" srcId="{8E165C0C-5B88-4822-B1B0-6BB31FBD78D6}" destId="{B34CCAD4-6BD8-42FD-8223-B68D1611AC16}" srcOrd="0" destOrd="0" presId="urn:microsoft.com/office/officeart/2005/8/layout/process2"/>
    <dgm:cxn modelId="{7EA98040-61E0-4443-841C-0EE468AE56F1}" type="presParOf" srcId="{14ED2D0B-0DC9-490A-AD41-DDE966DB1621}" destId="{ABA33282-6B2F-4250-A606-BBE96626022C}" srcOrd="0" destOrd="0" presId="urn:microsoft.com/office/officeart/2005/8/layout/process2"/>
    <dgm:cxn modelId="{2D8B6957-7F54-41E6-961A-AE672B22EA8A}" type="presParOf" srcId="{14ED2D0B-0DC9-490A-AD41-DDE966DB1621}" destId="{91159AD1-46D2-4428-BECE-AF895A37FB88}" srcOrd="1" destOrd="0" presId="urn:microsoft.com/office/officeart/2005/8/layout/process2"/>
    <dgm:cxn modelId="{912E54CC-451D-4ED4-9599-4438904A82AC}" type="presParOf" srcId="{91159AD1-46D2-4428-BECE-AF895A37FB88}" destId="{3C0DF019-7610-4A60-AB27-A81108A25C02}" srcOrd="0" destOrd="0" presId="urn:microsoft.com/office/officeart/2005/8/layout/process2"/>
    <dgm:cxn modelId="{C3832A2D-57AE-4FDD-B9C8-C930F29485FD}" type="presParOf" srcId="{14ED2D0B-0DC9-490A-AD41-DDE966DB1621}" destId="{B34CCAD4-6BD8-42FD-8223-B68D1611AC16}" srcOrd="2" destOrd="0" presId="urn:microsoft.com/office/officeart/2005/8/layout/process2"/>
    <dgm:cxn modelId="{76B42B9E-C7F1-4725-9706-3DB694BDB58D}" type="presParOf" srcId="{14ED2D0B-0DC9-490A-AD41-DDE966DB1621}" destId="{4CDED042-2850-4506-AF45-9DFAAD6E6ECB}" srcOrd="3" destOrd="0" presId="urn:microsoft.com/office/officeart/2005/8/layout/process2"/>
    <dgm:cxn modelId="{E2EA8499-DBBC-41AA-8D3C-2A9AF37BF227}" type="presParOf" srcId="{4CDED042-2850-4506-AF45-9DFAAD6E6ECB}" destId="{D6F08DA8-E825-4BBB-8B41-E67EE4BD4749}" srcOrd="0" destOrd="0" presId="urn:microsoft.com/office/officeart/2005/8/layout/process2"/>
    <dgm:cxn modelId="{E34DF15E-8837-4EBD-AD90-5EAB007601B8}" type="presParOf" srcId="{14ED2D0B-0DC9-490A-AD41-DDE966DB1621}" destId="{E0FDCE54-BE5C-4B44-94F8-E817E9606691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B774D4-6B8F-4EEA-831A-7CB5AE4CFDB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12FC84-A625-46BD-A801-E301A5A4523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Vehicle position</a:t>
          </a:r>
          <a:endParaRPr lang="en-IN" sz="1200" dirty="0"/>
        </a:p>
      </dgm:t>
    </dgm:pt>
    <dgm:pt modelId="{2DE4F4E7-2EB3-4BF2-B95B-B76BF177E323}" type="parTrans" cxnId="{41D65509-7DD1-4C74-8B33-795A1DD8FDEE}">
      <dgm:prSet/>
      <dgm:spPr/>
      <dgm:t>
        <a:bodyPr/>
        <a:lstStyle/>
        <a:p>
          <a:endParaRPr lang="en-IN" sz="1600"/>
        </a:p>
      </dgm:t>
    </dgm:pt>
    <dgm:pt modelId="{B939290B-E075-4602-914F-97C3250E016C}" type="sibTrans" cxnId="{41D65509-7DD1-4C74-8B33-795A1DD8FDEE}">
      <dgm:prSet custT="1"/>
      <dgm:spPr/>
      <dgm:t>
        <a:bodyPr/>
        <a:lstStyle/>
        <a:p>
          <a:endParaRPr lang="en-IN" sz="1050"/>
        </a:p>
      </dgm:t>
    </dgm:pt>
    <dgm:pt modelId="{406D5E67-D164-4BCB-83FF-54E85EC68F9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cell connection</a:t>
          </a:r>
          <a:endParaRPr lang="en-IN" sz="1200" dirty="0"/>
        </a:p>
      </dgm:t>
    </dgm:pt>
    <dgm:pt modelId="{17502F33-F1B5-4FC1-857D-617E3DA2C689}" type="parTrans" cxnId="{6F7E525B-8268-402F-BCA9-2E6901BEA79B}">
      <dgm:prSet/>
      <dgm:spPr/>
      <dgm:t>
        <a:bodyPr/>
        <a:lstStyle/>
        <a:p>
          <a:endParaRPr lang="en-IN" sz="1600"/>
        </a:p>
      </dgm:t>
    </dgm:pt>
    <dgm:pt modelId="{78075CD2-C514-4723-AC2C-27361AF351FB}" type="sibTrans" cxnId="{6F7E525B-8268-402F-BCA9-2E6901BEA79B}">
      <dgm:prSet custT="1"/>
      <dgm:spPr/>
      <dgm:t>
        <a:bodyPr/>
        <a:lstStyle/>
        <a:p>
          <a:endParaRPr lang="en-IN" sz="1050"/>
        </a:p>
      </dgm:t>
    </dgm:pt>
    <dgm:pt modelId="{8C457E09-F2ED-4E99-ADFA-3ECF4C76083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signal quality</a:t>
          </a:r>
          <a:endParaRPr lang="en-IN" sz="1200" dirty="0"/>
        </a:p>
      </dgm:t>
    </dgm:pt>
    <dgm:pt modelId="{3A4B148F-C941-4499-8729-3B179D07CB35}" type="parTrans" cxnId="{6F13302E-FE6C-4A1D-A747-5F407941CACD}">
      <dgm:prSet/>
      <dgm:spPr/>
      <dgm:t>
        <a:bodyPr/>
        <a:lstStyle/>
        <a:p>
          <a:endParaRPr lang="en-IN" sz="1600"/>
        </a:p>
      </dgm:t>
    </dgm:pt>
    <dgm:pt modelId="{4A8F0B01-E663-4AA2-A738-93CDEB141782}" type="sibTrans" cxnId="{6F13302E-FE6C-4A1D-A747-5F407941CACD}">
      <dgm:prSet custT="1"/>
      <dgm:spPr/>
      <dgm:t>
        <a:bodyPr/>
        <a:lstStyle/>
        <a:p>
          <a:endParaRPr lang="en-IN" sz="1050"/>
        </a:p>
      </dgm:t>
    </dgm:pt>
    <dgm:pt modelId="{E5844951-47CC-4B7B-A96F-57986A2FF02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cell configuration</a:t>
          </a:r>
          <a:endParaRPr lang="en-IN" sz="1200" dirty="0"/>
        </a:p>
      </dgm:t>
    </dgm:pt>
    <dgm:pt modelId="{D10CCFE0-1AC2-4822-BB2E-920B69B83241}" type="parTrans" cxnId="{E1E52666-4935-4135-87DC-AA2127A30EA3}">
      <dgm:prSet/>
      <dgm:spPr/>
      <dgm:t>
        <a:bodyPr/>
        <a:lstStyle/>
        <a:p>
          <a:endParaRPr lang="en-IN" sz="1600"/>
        </a:p>
      </dgm:t>
    </dgm:pt>
    <dgm:pt modelId="{7683B00D-6944-4F58-BB7C-9B85121DA147}" type="sibTrans" cxnId="{E1E52666-4935-4135-87DC-AA2127A30EA3}">
      <dgm:prSet custT="1"/>
      <dgm:spPr/>
      <dgm:t>
        <a:bodyPr/>
        <a:lstStyle/>
        <a:p>
          <a:endParaRPr lang="en-IN" sz="1050"/>
        </a:p>
      </dgm:t>
    </dgm:pt>
    <dgm:pt modelId="{27A5AF8D-0ECC-4A3A-B1E4-52DA983ED04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QoS</a:t>
          </a:r>
          <a:endParaRPr lang="en-IN" sz="1200" dirty="0"/>
        </a:p>
      </dgm:t>
    </dgm:pt>
    <dgm:pt modelId="{0EF44E09-FE80-4A2A-A502-B1B0B1D7B947}" type="parTrans" cxnId="{FC69DAA9-C9CC-4FE3-ACB0-6784B5127913}">
      <dgm:prSet/>
      <dgm:spPr/>
      <dgm:t>
        <a:bodyPr/>
        <a:lstStyle/>
        <a:p>
          <a:endParaRPr lang="en-IN" sz="1600"/>
        </a:p>
      </dgm:t>
    </dgm:pt>
    <dgm:pt modelId="{82EEC83E-5D6E-46A2-ABF9-CAEEB0170CC6}" type="sibTrans" cxnId="{FC69DAA9-C9CC-4FE3-ACB0-6784B5127913}">
      <dgm:prSet/>
      <dgm:spPr/>
      <dgm:t>
        <a:bodyPr/>
        <a:lstStyle/>
        <a:p>
          <a:endParaRPr lang="en-IN" sz="1600"/>
        </a:p>
      </dgm:t>
    </dgm:pt>
    <dgm:pt modelId="{EC384B19-F689-48E2-8793-F60808BFF718}" type="pres">
      <dgm:prSet presAssocID="{B6B774D4-6B8F-4EEA-831A-7CB5AE4CFDBB}" presName="Name0" presStyleCnt="0">
        <dgm:presLayoutVars>
          <dgm:dir/>
          <dgm:resizeHandles val="exact"/>
        </dgm:presLayoutVars>
      </dgm:prSet>
      <dgm:spPr/>
    </dgm:pt>
    <dgm:pt modelId="{79E505F6-8A8A-45F9-8660-BDE8B558993C}" type="pres">
      <dgm:prSet presAssocID="{F012FC84-A625-46BD-A801-E301A5A45239}" presName="node" presStyleLbl="node1" presStyleIdx="0" presStyleCnt="5">
        <dgm:presLayoutVars>
          <dgm:bulletEnabled val="1"/>
        </dgm:presLayoutVars>
      </dgm:prSet>
      <dgm:spPr/>
    </dgm:pt>
    <dgm:pt modelId="{9F37A624-BE32-464C-9763-A0FBFF4B0186}" type="pres">
      <dgm:prSet presAssocID="{B939290B-E075-4602-914F-97C3250E016C}" presName="sibTrans" presStyleLbl="sibTrans2D1" presStyleIdx="0" presStyleCnt="4"/>
      <dgm:spPr/>
    </dgm:pt>
    <dgm:pt modelId="{F624E3DA-76C2-4DE4-BD09-92CEF27DE888}" type="pres">
      <dgm:prSet presAssocID="{B939290B-E075-4602-914F-97C3250E016C}" presName="connectorText" presStyleLbl="sibTrans2D1" presStyleIdx="0" presStyleCnt="4"/>
      <dgm:spPr/>
    </dgm:pt>
    <dgm:pt modelId="{F687A474-A0BF-4D40-A7C4-385B48E8286B}" type="pres">
      <dgm:prSet presAssocID="{406D5E67-D164-4BCB-83FF-54E85EC68F90}" presName="node" presStyleLbl="node1" presStyleIdx="1" presStyleCnt="5">
        <dgm:presLayoutVars>
          <dgm:bulletEnabled val="1"/>
        </dgm:presLayoutVars>
      </dgm:prSet>
      <dgm:spPr/>
    </dgm:pt>
    <dgm:pt modelId="{B3812C8D-10B5-481A-B1FB-163B9E0C8BC9}" type="pres">
      <dgm:prSet presAssocID="{78075CD2-C514-4723-AC2C-27361AF351FB}" presName="sibTrans" presStyleLbl="sibTrans2D1" presStyleIdx="1" presStyleCnt="4"/>
      <dgm:spPr/>
    </dgm:pt>
    <dgm:pt modelId="{EFEFE257-3207-44AD-B680-465322C047CB}" type="pres">
      <dgm:prSet presAssocID="{78075CD2-C514-4723-AC2C-27361AF351FB}" presName="connectorText" presStyleLbl="sibTrans2D1" presStyleIdx="1" presStyleCnt="4"/>
      <dgm:spPr/>
    </dgm:pt>
    <dgm:pt modelId="{CE7263C8-EC26-4775-955E-F2C339C416AC}" type="pres">
      <dgm:prSet presAssocID="{E5844951-47CC-4B7B-A96F-57986A2FF023}" presName="node" presStyleLbl="node1" presStyleIdx="2" presStyleCnt="5">
        <dgm:presLayoutVars>
          <dgm:bulletEnabled val="1"/>
        </dgm:presLayoutVars>
      </dgm:prSet>
      <dgm:spPr/>
    </dgm:pt>
    <dgm:pt modelId="{2903C425-DDB1-41D8-82F2-7D841D4DED03}" type="pres">
      <dgm:prSet presAssocID="{7683B00D-6944-4F58-BB7C-9B85121DA147}" presName="sibTrans" presStyleLbl="sibTrans2D1" presStyleIdx="2" presStyleCnt="4"/>
      <dgm:spPr/>
    </dgm:pt>
    <dgm:pt modelId="{1A906E54-3D1D-45A4-A01C-F5D5B8EE007B}" type="pres">
      <dgm:prSet presAssocID="{7683B00D-6944-4F58-BB7C-9B85121DA147}" presName="connectorText" presStyleLbl="sibTrans2D1" presStyleIdx="2" presStyleCnt="4"/>
      <dgm:spPr/>
    </dgm:pt>
    <dgm:pt modelId="{65241CD1-C2A1-4391-A770-31787F3087AB}" type="pres">
      <dgm:prSet presAssocID="{8C457E09-F2ED-4E99-ADFA-3ECF4C760836}" presName="node" presStyleLbl="node1" presStyleIdx="3" presStyleCnt="5">
        <dgm:presLayoutVars>
          <dgm:bulletEnabled val="1"/>
        </dgm:presLayoutVars>
      </dgm:prSet>
      <dgm:spPr/>
    </dgm:pt>
    <dgm:pt modelId="{BF331CC6-6CB3-496E-A7F4-745E58E35211}" type="pres">
      <dgm:prSet presAssocID="{4A8F0B01-E663-4AA2-A738-93CDEB141782}" presName="sibTrans" presStyleLbl="sibTrans2D1" presStyleIdx="3" presStyleCnt="4"/>
      <dgm:spPr/>
    </dgm:pt>
    <dgm:pt modelId="{E4E1A048-3746-48E6-BFF2-4FDE10EC5A6B}" type="pres">
      <dgm:prSet presAssocID="{4A8F0B01-E663-4AA2-A738-93CDEB141782}" presName="connectorText" presStyleLbl="sibTrans2D1" presStyleIdx="3" presStyleCnt="4"/>
      <dgm:spPr/>
    </dgm:pt>
    <dgm:pt modelId="{C89D6894-06E0-4E6C-A1F2-FA9E79EB9D5E}" type="pres">
      <dgm:prSet presAssocID="{27A5AF8D-0ECC-4A3A-B1E4-52DA983ED048}" presName="node" presStyleLbl="node1" presStyleIdx="4" presStyleCnt="5">
        <dgm:presLayoutVars>
          <dgm:bulletEnabled val="1"/>
        </dgm:presLayoutVars>
      </dgm:prSet>
      <dgm:spPr/>
    </dgm:pt>
  </dgm:ptLst>
  <dgm:cxnLst>
    <dgm:cxn modelId="{41D65509-7DD1-4C74-8B33-795A1DD8FDEE}" srcId="{B6B774D4-6B8F-4EEA-831A-7CB5AE4CFDBB}" destId="{F012FC84-A625-46BD-A801-E301A5A45239}" srcOrd="0" destOrd="0" parTransId="{2DE4F4E7-2EB3-4BF2-B95B-B76BF177E323}" sibTransId="{B939290B-E075-4602-914F-97C3250E016C}"/>
    <dgm:cxn modelId="{6F13302E-FE6C-4A1D-A747-5F407941CACD}" srcId="{B6B774D4-6B8F-4EEA-831A-7CB5AE4CFDBB}" destId="{8C457E09-F2ED-4E99-ADFA-3ECF4C760836}" srcOrd="3" destOrd="0" parTransId="{3A4B148F-C941-4499-8729-3B179D07CB35}" sibTransId="{4A8F0B01-E663-4AA2-A738-93CDEB141782}"/>
    <dgm:cxn modelId="{C01B2734-8EA4-4D5B-A866-E13408F27314}" type="presOf" srcId="{7683B00D-6944-4F58-BB7C-9B85121DA147}" destId="{1A906E54-3D1D-45A4-A01C-F5D5B8EE007B}" srcOrd="1" destOrd="0" presId="urn:microsoft.com/office/officeart/2005/8/layout/process1"/>
    <dgm:cxn modelId="{6F7E525B-8268-402F-BCA9-2E6901BEA79B}" srcId="{B6B774D4-6B8F-4EEA-831A-7CB5AE4CFDBB}" destId="{406D5E67-D164-4BCB-83FF-54E85EC68F90}" srcOrd="1" destOrd="0" parTransId="{17502F33-F1B5-4FC1-857D-617E3DA2C689}" sibTransId="{78075CD2-C514-4723-AC2C-27361AF351FB}"/>
    <dgm:cxn modelId="{3EFFC761-327E-4325-B104-C1C247A8F62F}" type="presOf" srcId="{E5844951-47CC-4B7B-A96F-57986A2FF023}" destId="{CE7263C8-EC26-4775-955E-F2C339C416AC}" srcOrd="0" destOrd="0" presId="urn:microsoft.com/office/officeart/2005/8/layout/process1"/>
    <dgm:cxn modelId="{E1E52666-4935-4135-87DC-AA2127A30EA3}" srcId="{B6B774D4-6B8F-4EEA-831A-7CB5AE4CFDBB}" destId="{E5844951-47CC-4B7B-A96F-57986A2FF023}" srcOrd="2" destOrd="0" parTransId="{D10CCFE0-1AC2-4822-BB2E-920B69B83241}" sibTransId="{7683B00D-6944-4F58-BB7C-9B85121DA147}"/>
    <dgm:cxn modelId="{AFA93E6A-B71E-4069-8452-897903B76D40}" type="presOf" srcId="{8C457E09-F2ED-4E99-ADFA-3ECF4C760836}" destId="{65241CD1-C2A1-4391-A770-31787F3087AB}" srcOrd="0" destOrd="0" presId="urn:microsoft.com/office/officeart/2005/8/layout/process1"/>
    <dgm:cxn modelId="{BD68A36F-8370-47DE-8BA8-82835AEE53C2}" type="presOf" srcId="{B939290B-E075-4602-914F-97C3250E016C}" destId="{9F37A624-BE32-464C-9763-A0FBFF4B0186}" srcOrd="0" destOrd="0" presId="urn:microsoft.com/office/officeart/2005/8/layout/process1"/>
    <dgm:cxn modelId="{E2E53277-0F0E-4261-8048-F26ADB7FB2E9}" type="presOf" srcId="{78075CD2-C514-4723-AC2C-27361AF351FB}" destId="{EFEFE257-3207-44AD-B680-465322C047CB}" srcOrd="1" destOrd="0" presId="urn:microsoft.com/office/officeart/2005/8/layout/process1"/>
    <dgm:cxn modelId="{024CC285-1683-4C8A-A5E1-1CD879816472}" type="presOf" srcId="{B939290B-E075-4602-914F-97C3250E016C}" destId="{F624E3DA-76C2-4DE4-BD09-92CEF27DE888}" srcOrd="1" destOrd="0" presId="urn:microsoft.com/office/officeart/2005/8/layout/process1"/>
    <dgm:cxn modelId="{99648B92-E984-45E0-BE10-4150D958031D}" type="presOf" srcId="{406D5E67-D164-4BCB-83FF-54E85EC68F90}" destId="{F687A474-A0BF-4D40-A7C4-385B48E8286B}" srcOrd="0" destOrd="0" presId="urn:microsoft.com/office/officeart/2005/8/layout/process1"/>
    <dgm:cxn modelId="{FC69DAA9-C9CC-4FE3-ACB0-6784B5127913}" srcId="{B6B774D4-6B8F-4EEA-831A-7CB5AE4CFDBB}" destId="{27A5AF8D-0ECC-4A3A-B1E4-52DA983ED048}" srcOrd="4" destOrd="0" parTransId="{0EF44E09-FE80-4A2A-A502-B1B0B1D7B947}" sibTransId="{82EEC83E-5D6E-46A2-ABF9-CAEEB0170CC6}"/>
    <dgm:cxn modelId="{E1518BAA-6503-4365-A7FC-4EF668AB0D52}" type="presOf" srcId="{4A8F0B01-E663-4AA2-A738-93CDEB141782}" destId="{BF331CC6-6CB3-496E-A7F4-745E58E35211}" srcOrd="0" destOrd="0" presId="urn:microsoft.com/office/officeart/2005/8/layout/process1"/>
    <dgm:cxn modelId="{ECF7F7B0-8489-45CD-B555-7AAC86C29652}" type="presOf" srcId="{78075CD2-C514-4723-AC2C-27361AF351FB}" destId="{B3812C8D-10B5-481A-B1FB-163B9E0C8BC9}" srcOrd="0" destOrd="0" presId="urn:microsoft.com/office/officeart/2005/8/layout/process1"/>
    <dgm:cxn modelId="{A41A04B3-1C1C-42BB-8973-ED1F5D4871EB}" type="presOf" srcId="{4A8F0B01-E663-4AA2-A738-93CDEB141782}" destId="{E4E1A048-3746-48E6-BFF2-4FDE10EC5A6B}" srcOrd="1" destOrd="0" presId="urn:microsoft.com/office/officeart/2005/8/layout/process1"/>
    <dgm:cxn modelId="{BF573DB9-1DD1-41A8-99CB-4923A807F51C}" type="presOf" srcId="{27A5AF8D-0ECC-4A3A-B1E4-52DA983ED048}" destId="{C89D6894-06E0-4E6C-A1F2-FA9E79EB9D5E}" srcOrd="0" destOrd="0" presId="urn:microsoft.com/office/officeart/2005/8/layout/process1"/>
    <dgm:cxn modelId="{6E8139C4-D12C-444B-8BB3-186F4138127D}" type="presOf" srcId="{B6B774D4-6B8F-4EEA-831A-7CB5AE4CFDBB}" destId="{EC384B19-F689-48E2-8793-F60808BFF718}" srcOrd="0" destOrd="0" presId="urn:microsoft.com/office/officeart/2005/8/layout/process1"/>
    <dgm:cxn modelId="{A88AEDE9-DE60-4DFB-B532-BCC8AFAE6B23}" type="presOf" srcId="{7683B00D-6944-4F58-BB7C-9B85121DA147}" destId="{2903C425-DDB1-41D8-82F2-7D841D4DED03}" srcOrd="0" destOrd="0" presId="urn:microsoft.com/office/officeart/2005/8/layout/process1"/>
    <dgm:cxn modelId="{183134F9-AFDB-465A-924F-398DEC07E73D}" type="presOf" srcId="{F012FC84-A625-46BD-A801-E301A5A45239}" destId="{79E505F6-8A8A-45F9-8660-BDE8B558993C}" srcOrd="0" destOrd="0" presId="urn:microsoft.com/office/officeart/2005/8/layout/process1"/>
    <dgm:cxn modelId="{AF280901-3A2E-4C2D-87D3-0B1581664753}" type="presParOf" srcId="{EC384B19-F689-48E2-8793-F60808BFF718}" destId="{79E505F6-8A8A-45F9-8660-BDE8B558993C}" srcOrd="0" destOrd="0" presId="urn:microsoft.com/office/officeart/2005/8/layout/process1"/>
    <dgm:cxn modelId="{2612B5F6-134A-4EFB-9B6C-9B6C3E81EEB0}" type="presParOf" srcId="{EC384B19-F689-48E2-8793-F60808BFF718}" destId="{9F37A624-BE32-464C-9763-A0FBFF4B0186}" srcOrd="1" destOrd="0" presId="urn:microsoft.com/office/officeart/2005/8/layout/process1"/>
    <dgm:cxn modelId="{8BACBFF1-3BB5-4E17-8FEE-71EF8B859016}" type="presParOf" srcId="{9F37A624-BE32-464C-9763-A0FBFF4B0186}" destId="{F624E3DA-76C2-4DE4-BD09-92CEF27DE888}" srcOrd="0" destOrd="0" presId="urn:microsoft.com/office/officeart/2005/8/layout/process1"/>
    <dgm:cxn modelId="{229B326F-E1C8-4283-BCBD-1D1B31A7D18F}" type="presParOf" srcId="{EC384B19-F689-48E2-8793-F60808BFF718}" destId="{F687A474-A0BF-4D40-A7C4-385B48E8286B}" srcOrd="2" destOrd="0" presId="urn:microsoft.com/office/officeart/2005/8/layout/process1"/>
    <dgm:cxn modelId="{3943B1DF-0C5C-4E51-9DEF-511D2ED741A0}" type="presParOf" srcId="{EC384B19-F689-48E2-8793-F60808BFF718}" destId="{B3812C8D-10B5-481A-B1FB-163B9E0C8BC9}" srcOrd="3" destOrd="0" presId="urn:microsoft.com/office/officeart/2005/8/layout/process1"/>
    <dgm:cxn modelId="{0CE7AB92-08E7-4C2D-BE01-1DFB553306AA}" type="presParOf" srcId="{B3812C8D-10B5-481A-B1FB-163B9E0C8BC9}" destId="{EFEFE257-3207-44AD-B680-465322C047CB}" srcOrd="0" destOrd="0" presId="urn:microsoft.com/office/officeart/2005/8/layout/process1"/>
    <dgm:cxn modelId="{6F943E6A-5E54-4C99-A7C2-214F4EA8CBE1}" type="presParOf" srcId="{EC384B19-F689-48E2-8793-F60808BFF718}" destId="{CE7263C8-EC26-4775-955E-F2C339C416AC}" srcOrd="4" destOrd="0" presId="urn:microsoft.com/office/officeart/2005/8/layout/process1"/>
    <dgm:cxn modelId="{450BF8C5-7166-4DB1-8E15-0B8C23118A4D}" type="presParOf" srcId="{EC384B19-F689-48E2-8793-F60808BFF718}" destId="{2903C425-DDB1-41D8-82F2-7D841D4DED03}" srcOrd="5" destOrd="0" presId="urn:microsoft.com/office/officeart/2005/8/layout/process1"/>
    <dgm:cxn modelId="{CAA9133D-C94B-495E-A514-BCB4384A4A48}" type="presParOf" srcId="{2903C425-DDB1-41D8-82F2-7D841D4DED03}" destId="{1A906E54-3D1D-45A4-A01C-F5D5B8EE007B}" srcOrd="0" destOrd="0" presId="urn:microsoft.com/office/officeart/2005/8/layout/process1"/>
    <dgm:cxn modelId="{2E6B7755-F952-4AF7-9010-84FAFE7F4AC2}" type="presParOf" srcId="{EC384B19-F689-48E2-8793-F60808BFF718}" destId="{65241CD1-C2A1-4391-A770-31787F3087AB}" srcOrd="6" destOrd="0" presId="urn:microsoft.com/office/officeart/2005/8/layout/process1"/>
    <dgm:cxn modelId="{046763CD-2A99-4D04-9C63-2E2A603440CB}" type="presParOf" srcId="{EC384B19-F689-48E2-8793-F60808BFF718}" destId="{BF331CC6-6CB3-496E-A7F4-745E58E35211}" srcOrd="7" destOrd="0" presId="urn:microsoft.com/office/officeart/2005/8/layout/process1"/>
    <dgm:cxn modelId="{5EFF759D-F76A-4431-B991-132D1E2826E0}" type="presParOf" srcId="{BF331CC6-6CB3-496E-A7F4-745E58E35211}" destId="{E4E1A048-3746-48E6-BFF2-4FDE10EC5A6B}" srcOrd="0" destOrd="0" presId="urn:microsoft.com/office/officeart/2005/8/layout/process1"/>
    <dgm:cxn modelId="{D9B6F867-828A-4514-80C5-7F718E0AE10D}" type="presParOf" srcId="{EC384B19-F689-48E2-8793-F60808BFF718}" destId="{C89D6894-06E0-4E6C-A1F2-FA9E79EB9D5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33E1B8-6B55-4DEC-8324-0A929FB68217}" type="doc">
      <dgm:prSet loTypeId="urn:microsoft.com/office/officeart/2005/8/layout/hierarchy2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2DD3B381-1BD6-4BA8-9A5F-599E58FE7532}">
      <dgm:prSet phldrT="[Text]" phldr="0"/>
      <dgm:spPr/>
      <dgm:t>
        <a:bodyPr/>
        <a:lstStyle/>
        <a:p>
          <a:r>
            <a:rPr lang="de-DE" dirty="0"/>
            <a:t>Real Sequence </a:t>
          </a:r>
        </a:p>
        <a:p>
          <a:r>
            <a:rPr lang="de-DE" dirty="0"/>
            <a:t>(V2X Dataset)</a:t>
          </a:r>
          <a:endParaRPr lang="en-IN" dirty="0"/>
        </a:p>
      </dgm:t>
    </dgm:pt>
    <dgm:pt modelId="{C9BB8124-461B-4796-81DC-F13F4D5927C1}" type="parTrans" cxnId="{EFA68AE6-B5C7-4A28-8395-55106596EBE4}">
      <dgm:prSet/>
      <dgm:spPr/>
      <dgm:t>
        <a:bodyPr/>
        <a:lstStyle/>
        <a:p>
          <a:endParaRPr lang="en-IN"/>
        </a:p>
      </dgm:t>
    </dgm:pt>
    <dgm:pt modelId="{BFF2CDE6-5FCB-4182-A6DE-837B73719466}" type="sibTrans" cxnId="{EFA68AE6-B5C7-4A28-8395-55106596EBE4}">
      <dgm:prSet/>
      <dgm:spPr/>
      <dgm:t>
        <a:bodyPr/>
        <a:lstStyle/>
        <a:p>
          <a:endParaRPr lang="en-IN"/>
        </a:p>
      </dgm:t>
    </dgm:pt>
    <dgm:pt modelId="{05665D01-4458-49F2-A298-C1EAF55FC776}" type="asst">
      <dgm:prSet phldrT="[Text]" phldr="0"/>
      <dgm:spPr/>
      <dgm:t>
        <a:bodyPr/>
        <a:lstStyle/>
        <a:p>
          <a:r>
            <a:rPr lang="de-DE" dirty="0"/>
            <a:t>Evaluation Discriminator </a:t>
          </a:r>
        </a:p>
        <a:p>
          <a:r>
            <a:rPr lang="de-DE" dirty="0"/>
            <a:t>(LSTM Classifier)</a:t>
          </a:r>
          <a:endParaRPr lang="en-IN" dirty="0"/>
        </a:p>
      </dgm:t>
    </dgm:pt>
    <dgm:pt modelId="{3DCCE118-51E7-48EF-B49A-7B86E4585C5E}" type="parTrans" cxnId="{641109F8-40A7-4EE0-9425-7B5D7A916F22}">
      <dgm:prSet/>
      <dgm:spPr>
        <a:ln>
          <a:solidFill>
            <a:srgbClr val="FFFFFF"/>
          </a:solidFill>
        </a:ln>
      </dgm:spPr>
      <dgm:t>
        <a:bodyPr/>
        <a:lstStyle/>
        <a:p>
          <a:endParaRPr lang="en-IN"/>
        </a:p>
      </dgm:t>
    </dgm:pt>
    <dgm:pt modelId="{6924D66E-8A20-49D9-848D-B5FD3173D3BA}" type="sibTrans" cxnId="{641109F8-40A7-4EE0-9425-7B5D7A916F22}">
      <dgm:prSet/>
      <dgm:spPr/>
      <dgm:t>
        <a:bodyPr/>
        <a:lstStyle/>
        <a:p>
          <a:endParaRPr lang="en-IN"/>
        </a:p>
      </dgm:t>
    </dgm:pt>
    <dgm:pt modelId="{807E408F-C52C-4778-A776-5DECB580E767}">
      <dgm:prSet phldrT="[Text]" phldr="0"/>
      <dgm:spPr/>
      <dgm:t>
        <a:bodyPr/>
        <a:lstStyle/>
        <a:p>
          <a:r>
            <a:rPr lang="de-DE" dirty="0"/>
            <a:t>Classification </a:t>
          </a:r>
        </a:p>
        <a:p>
          <a:r>
            <a:rPr lang="de-DE" dirty="0"/>
            <a:t>(Real or Generated)</a:t>
          </a:r>
          <a:endParaRPr lang="en-IN" dirty="0"/>
        </a:p>
      </dgm:t>
    </dgm:pt>
    <dgm:pt modelId="{BE15F03F-1D8B-448F-844A-ECB0FBBF8F1D}" type="parTrans" cxnId="{8BF26016-BC73-4469-950E-56062A29DE19}">
      <dgm:prSet/>
      <dgm:spPr>
        <a:ln>
          <a:solidFill>
            <a:srgbClr val="FFFFFF"/>
          </a:solidFill>
        </a:ln>
      </dgm:spPr>
      <dgm:t>
        <a:bodyPr/>
        <a:lstStyle/>
        <a:p>
          <a:endParaRPr lang="en-IN"/>
        </a:p>
      </dgm:t>
    </dgm:pt>
    <dgm:pt modelId="{EE705C0B-0FBE-4DFA-A7C6-58AAE342DB99}" type="sibTrans" cxnId="{8BF26016-BC73-4469-950E-56062A29DE19}">
      <dgm:prSet/>
      <dgm:spPr/>
      <dgm:t>
        <a:bodyPr/>
        <a:lstStyle/>
        <a:p>
          <a:endParaRPr lang="en-IN"/>
        </a:p>
      </dgm:t>
    </dgm:pt>
    <dgm:pt modelId="{76AB1008-D758-4732-AE01-4B0E877C929E}">
      <dgm:prSet phldrT="[Text]" phldr="0"/>
      <dgm:spPr/>
      <dgm:t>
        <a:bodyPr/>
        <a:lstStyle/>
        <a:p>
          <a:pPr algn="ctr"/>
          <a:r>
            <a:rPr lang="de-DE" dirty="0"/>
            <a:t>Discriminative score</a:t>
          </a:r>
          <a:endParaRPr lang="en-IN" dirty="0"/>
        </a:p>
        <a:p>
          <a:pPr algn="l"/>
          <a:r>
            <a:rPr lang="en-IN" dirty="0"/>
            <a:t>  Initial model: 0.29  (78.26%)</a:t>
          </a:r>
        </a:p>
        <a:p>
          <a:pPr algn="l"/>
          <a:r>
            <a:rPr lang="en-IN" dirty="0"/>
            <a:t>  Final Model: 0.0926 (59.26%)</a:t>
          </a:r>
        </a:p>
      </dgm:t>
    </dgm:pt>
    <dgm:pt modelId="{83F8F5AF-A455-4A3B-A9C7-193DF6E01854}" type="parTrans" cxnId="{F6DAB77A-4DE2-436E-A8B2-2E46450D0697}">
      <dgm:prSet/>
      <dgm:spPr>
        <a:ln>
          <a:solidFill>
            <a:srgbClr val="FFFFFF"/>
          </a:solidFill>
        </a:ln>
      </dgm:spPr>
      <dgm:t>
        <a:bodyPr/>
        <a:lstStyle/>
        <a:p>
          <a:endParaRPr lang="en-IN"/>
        </a:p>
      </dgm:t>
    </dgm:pt>
    <dgm:pt modelId="{E00C511D-5844-48C9-9705-81526517B8AD}" type="sibTrans" cxnId="{F6DAB77A-4DE2-436E-A8B2-2E46450D0697}">
      <dgm:prSet/>
      <dgm:spPr/>
      <dgm:t>
        <a:bodyPr/>
        <a:lstStyle/>
        <a:p>
          <a:endParaRPr lang="en-IN"/>
        </a:p>
      </dgm:t>
    </dgm:pt>
    <dgm:pt modelId="{1398FB6F-3116-4FA8-849A-5F48C2CA0009}">
      <dgm:prSet phldrT="[Text]" phldr="0"/>
      <dgm:spPr/>
      <dgm:t>
        <a:bodyPr/>
        <a:lstStyle/>
        <a:p>
          <a:r>
            <a:rPr lang="de-DE" dirty="0"/>
            <a:t>Generated Sequences </a:t>
          </a:r>
        </a:p>
        <a:p>
          <a:r>
            <a:rPr lang="de-DE" dirty="0"/>
            <a:t>(GRU-GAN)</a:t>
          </a:r>
          <a:endParaRPr lang="en-IN" dirty="0"/>
        </a:p>
      </dgm:t>
    </dgm:pt>
    <dgm:pt modelId="{18E66841-7B34-417C-BC07-8368F19F0A40}" type="parTrans" cxnId="{34E86F30-005E-4AAE-B202-620988105CB9}">
      <dgm:prSet/>
      <dgm:spPr/>
      <dgm:t>
        <a:bodyPr/>
        <a:lstStyle/>
        <a:p>
          <a:endParaRPr lang="en-IN"/>
        </a:p>
      </dgm:t>
    </dgm:pt>
    <dgm:pt modelId="{134681BF-763B-4A1D-9CEF-9DB271CE75EC}" type="sibTrans" cxnId="{34E86F30-005E-4AAE-B202-620988105CB9}">
      <dgm:prSet/>
      <dgm:spPr/>
      <dgm:t>
        <a:bodyPr/>
        <a:lstStyle/>
        <a:p>
          <a:endParaRPr lang="en-IN"/>
        </a:p>
      </dgm:t>
    </dgm:pt>
    <dgm:pt modelId="{847C8FDE-FFFB-4B64-8F1D-24C8587F66F8}" type="pres">
      <dgm:prSet presAssocID="{3733E1B8-6B55-4DEC-8324-0A929FB6821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AAE605D-1B7D-49AF-9EF3-13B85E95CF41}" type="pres">
      <dgm:prSet presAssocID="{2DD3B381-1BD6-4BA8-9A5F-599E58FE7532}" presName="root1" presStyleCnt="0"/>
      <dgm:spPr/>
    </dgm:pt>
    <dgm:pt modelId="{11FF607E-8637-4900-870E-E6CBCE0ADC2B}" type="pres">
      <dgm:prSet presAssocID="{2DD3B381-1BD6-4BA8-9A5F-599E58FE7532}" presName="LevelOneTextNode" presStyleLbl="node0" presStyleIdx="0" presStyleCnt="2" custLinFactNeighborX="-2896" custLinFactNeighborY="9193">
        <dgm:presLayoutVars>
          <dgm:chPref val="3"/>
        </dgm:presLayoutVars>
      </dgm:prSet>
      <dgm:spPr/>
    </dgm:pt>
    <dgm:pt modelId="{254FFF25-B7E8-40C8-868D-5FF0409324CA}" type="pres">
      <dgm:prSet presAssocID="{2DD3B381-1BD6-4BA8-9A5F-599E58FE7532}" presName="level2hierChild" presStyleCnt="0"/>
      <dgm:spPr/>
    </dgm:pt>
    <dgm:pt modelId="{C37BF229-A42E-41B8-BEE5-E63DAEB751D5}" type="pres">
      <dgm:prSet presAssocID="{1398FB6F-3116-4FA8-849A-5F48C2CA0009}" presName="root1" presStyleCnt="0"/>
      <dgm:spPr/>
    </dgm:pt>
    <dgm:pt modelId="{80D6C064-2FAB-419B-88F6-C7F8CC6067C3}" type="pres">
      <dgm:prSet presAssocID="{1398FB6F-3116-4FA8-849A-5F48C2CA0009}" presName="LevelOneTextNode" presStyleLbl="node0" presStyleIdx="1" presStyleCnt="2" custLinFactNeighborX="-2896" custLinFactNeighborY="89300">
        <dgm:presLayoutVars>
          <dgm:chPref val="3"/>
        </dgm:presLayoutVars>
      </dgm:prSet>
      <dgm:spPr/>
    </dgm:pt>
    <dgm:pt modelId="{5F1ED56D-9FF3-406A-A34F-AA2B8E32FC4A}" type="pres">
      <dgm:prSet presAssocID="{1398FB6F-3116-4FA8-849A-5F48C2CA0009}" presName="level2hierChild" presStyleCnt="0"/>
      <dgm:spPr/>
    </dgm:pt>
    <dgm:pt modelId="{35C1615B-A958-4D6D-B37E-ADC57496F8F7}" type="pres">
      <dgm:prSet presAssocID="{3DCCE118-51E7-48EF-B49A-7B86E4585C5E}" presName="conn2-1" presStyleLbl="parChTrans1D2" presStyleIdx="0" presStyleCnt="1"/>
      <dgm:spPr/>
    </dgm:pt>
    <dgm:pt modelId="{F8A0144A-A753-459B-8DFF-F09432D9B4AD}" type="pres">
      <dgm:prSet presAssocID="{3DCCE118-51E7-48EF-B49A-7B86E4585C5E}" presName="connTx" presStyleLbl="parChTrans1D2" presStyleIdx="0" presStyleCnt="1"/>
      <dgm:spPr/>
    </dgm:pt>
    <dgm:pt modelId="{1BB9940E-40C8-41DF-8181-D7F384841680}" type="pres">
      <dgm:prSet presAssocID="{05665D01-4458-49F2-A298-C1EAF55FC776}" presName="root2" presStyleCnt="0"/>
      <dgm:spPr/>
    </dgm:pt>
    <dgm:pt modelId="{06E6A6A6-511C-47B2-8D8A-0910F70C4200}" type="pres">
      <dgm:prSet presAssocID="{05665D01-4458-49F2-A298-C1EAF55FC776}" presName="LevelTwoTextNode" presStyleLbl="asst1" presStyleIdx="0" presStyleCnt="1" custScaleX="133239">
        <dgm:presLayoutVars>
          <dgm:chPref val="3"/>
        </dgm:presLayoutVars>
      </dgm:prSet>
      <dgm:spPr/>
    </dgm:pt>
    <dgm:pt modelId="{E6E52DD3-C565-4582-8559-6D79F7F14D9E}" type="pres">
      <dgm:prSet presAssocID="{05665D01-4458-49F2-A298-C1EAF55FC776}" presName="level3hierChild" presStyleCnt="0"/>
      <dgm:spPr/>
    </dgm:pt>
    <dgm:pt modelId="{FCB0BF23-04AC-4CBD-94D1-24D2524526C6}" type="pres">
      <dgm:prSet presAssocID="{BE15F03F-1D8B-448F-844A-ECB0FBBF8F1D}" presName="conn2-1" presStyleLbl="parChTrans1D3" presStyleIdx="0" presStyleCnt="1"/>
      <dgm:spPr/>
    </dgm:pt>
    <dgm:pt modelId="{DB043F11-6E07-4B4E-BD0A-4A73574FCE11}" type="pres">
      <dgm:prSet presAssocID="{BE15F03F-1D8B-448F-844A-ECB0FBBF8F1D}" presName="connTx" presStyleLbl="parChTrans1D3" presStyleIdx="0" presStyleCnt="1"/>
      <dgm:spPr/>
    </dgm:pt>
    <dgm:pt modelId="{98A4D0F8-6172-49E3-99B1-BD99AAC9EF97}" type="pres">
      <dgm:prSet presAssocID="{807E408F-C52C-4778-A776-5DECB580E767}" presName="root2" presStyleCnt="0"/>
      <dgm:spPr/>
    </dgm:pt>
    <dgm:pt modelId="{495A4020-B919-4A95-9FDC-2A6C99829125}" type="pres">
      <dgm:prSet presAssocID="{807E408F-C52C-4778-A776-5DECB580E767}" presName="LevelTwoTextNode" presStyleLbl="node3" presStyleIdx="0" presStyleCnt="1">
        <dgm:presLayoutVars>
          <dgm:chPref val="3"/>
        </dgm:presLayoutVars>
      </dgm:prSet>
      <dgm:spPr/>
    </dgm:pt>
    <dgm:pt modelId="{B373844A-4415-47A7-9C28-CF1B95425D32}" type="pres">
      <dgm:prSet presAssocID="{807E408F-C52C-4778-A776-5DECB580E767}" presName="level3hierChild" presStyleCnt="0"/>
      <dgm:spPr/>
    </dgm:pt>
    <dgm:pt modelId="{9852BCF4-02BA-4D99-8578-0F6EF69DAC66}" type="pres">
      <dgm:prSet presAssocID="{83F8F5AF-A455-4A3B-A9C7-193DF6E01854}" presName="conn2-1" presStyleLbl="parChTrans1D4" presStyleIdx="0" presStyleCnt="1"/>
      <dgm:spPr/>
    </dgm:pt>
    <dgm:pt modelId="{D549E04A-DCB3-4400-AB91-59643A8E3AA2}" type="pres">
      <dgm:prSet presAssocID="{83F8F5AF-A455-4A3B-A9C7-193DF6E01854}" presName="connTx" presStyleLbl="parChTrans1D4" presStyleIdx="0" presStyleCnt="1"/>
      <dgm:spPr/>
    </dgm:pt>
    <dgm:pt modelId="{B151E5DD-3055-4417-9EC7-BF46F2B22DB3}" type="pres">
      <dgm:prSet presAssocID="{76AB1008-D758-4732-AE01-4B0E877C929E}" presName="root2" presStyleCnt="0"/>
      <dgm:spPr/>
    </dgm:pt>
    <dgm:pt modelId="{5C888755-AED7-43A5-9D4A-AA47E487BEC4}" type="pres">
      <dgm:prSet presAssocID="{76AB1008-D758-4732-AE01-4B0E877C929E}" presName="LevelTwoTextNode" presStyleLbl="node4" presStyleIdx="0" presStyleCnt="1" custScaleX="136342" custScaleY="128634">
        <dgm:presLayoutVars>
          <dgm:chPref val="3"/>
        </dgm:presLayoutVars>
      </dgm:prSet>
      <dgm:spPr/>
    </dgm:pt>
    <dgm:pt modelId="{801F6F86-FBCC-424B-9AAF-6A111D1C2026}" type="pres">
      <dgm:prSet presAssocID="{76AB1008-D758-4732-AE01-4B0E877C929E}" presName="level3hierChild" presStyleCnt="0"/>
      <dgm:spPr/>
    </dgm:pt>
  </dgm:ptLst>
  <dgm:cxnLst>
    <dgm:cxn modelId="{8BF26016-BC73-4469-950E-56062A29DE19}" srcId="{05665D01-4458-49F2-A298-C1EAF55FC776}" destId="{807E408F-C52C-4778-A776-5DECB580E767}" srcOrd="0" destOrd="0" parTransId="{BE15F03F-1D8B-448F-844A-ECB0FBBF8F1D}" sibTransId="{EE705C0B-0FBE-4DFA-A7C6-58AAE342DB99}"/>
    <dgm:cxn modelId="{9F4BA728-F5E0-4740-8A59-C79783EAA99B}" type="presOf" srcId="{3DCCE118-51E7-48EF-B49A-7B86E4585C5E}" destId="{F8A0144A-A753-459B-8DFF-F09432D9B4AD}" srcOrd="1" destOrd="0" presId="urn:microsoft.com/office/officeart/2005/8/layout/hierarchy2"/>
    <dgm:cxn modelId="{34E86F30-005E-4AAE-B202-620988105CB9}" srcId="{3733E1B8-6B55-4DEC-8324-0A929FB68217}" destId="{1398FB6F-3116-4FA8-849A-5F48C2CA0009}" srcOrd="1" destOrd="0" parTransId="{18E66841-7B34-417C-BC07-8368F19F0A40}" sibTransId="{134681BF-763B-4A1D-9CEF-9DB271CE75EC}"/>
    <dgm:cxn modelId="{EB4A4B36-6455-4A24-910F-D44D69D1C15A}" type="presOf" srcId="{76AB1008-D758-4732-AE01-4B0E877C929E}" destId="{5C888755-AED7-43A5-9D4A-AA47E487BEC4}" srcOrd="0" destOrd="0" presId="urn:microsoft.com/office/officeart/2005/8/layout/hierarchy2"/>
    <dgm:cxn modelId="{FA4C6F6E-FAB0-4E30-8C59-0178C7AE7B7C}" type="presOf" srcId="{2DD3B381-1BD6-4BA8-9A5F-599E58FE7532}" destId="{11FF607E-8637-4900-870E-E6CBCE0ADC2B}" srcOrd="0" destOrd="0" presId="urn:microsoft.com/office/officeart/2005/8/layout/hierarchy2"/>
    <dgm:cxn modelId="{DFCCAF72-58D1-42B3-BA55-8A5499C9CA9F}" type="presOf" srcId="{83F8F5AF-A455-4A3B-A9C7-193DF6E01854}" destId="{9852BCF4-02BA-4D99-8578-0F6EF69DAC66}" srcOrd="0" destOrd="0" presId="urn:microsoft.com/office/officeart/2005/8/layout/hierarchy2"/>
    <dgm:cxn modelId="{F6DAB77A-4DE2-436E-A8B2-2E46450D0697}" srcId="{807E408F-C52C-4778-A776-5DECB580E767}" destId="{76AB1008-D758-4732-AE01-4B0E877C929E}" srcOrd="0" destOrd="0" parTransId="{83F8F5AF-A455-4A3B-A9C7-193DF6E01854}" sibTransId="{E00C511D-5844-48C9-9705-81526517B8AD}"/>
    <dgm:cxn modelId="{F22FBC92-1179-4F4C-BA13-9F23B83FEDD4}" type="presOf" srcId="{3DCCE118-51E7-48EF-B49A-7B86E4585C5E}" destId="{35C1615B-A958-4D6D-B37E-ADC57496F8F7}" srcOrd="0" destOrd="0" presId="urn:microsoft.com/office/officeart/2005/8/layout/hierarchy2"/>
    <dgm:cxn modelId="{44461599-2682-43E8-A405-8BFDB15C3CAC}" type="presOf" srcId="{BE15F03F-1D8B-448F-844A-ECB0FBBF8F1D}" destId="{FCB0BF23-04AC-4CBD-94D1-24D2524526C6}" srcOrd="0" destOrd="0" presId="urn:microsoft.com/office/officeart/2005/8/layout/hierarchy2"/>
    <dgm:cxn modelId="{1AEDD79E-9CC1-4C29-B1CA-EBED955CCEFE}" type="presOf" srcId="{1398FB6F-3116-4FA8-849A-5F48C2CA0009}" destId="{80D6C064-2FAB-419B-88F6-C7F8CC6067C3}" srcOrd="0" destOrd="0" presId="urn:microsoft.com/office/officeart/2005/8/layout/hierarchy2"/>
    <dgm:cxn modelId="{1986E7AC-3346-458E-9DC1-56587C19C5D8}" type="presOf" srcId="{83F8F5AF-A455-4A3B-A9C7-193DF6E01854}" destId="{D549E04A-DCB3-4400-AB91-59643A8E3AA2}" srcOrd="1" destOrd="0" presId="urn:microsoft.com/office/officeart/2005/8/layout/hierarchy2"/>
    <dgm:cxn modelId="{FDCF0BBA-0C97-4075-8FD4-B05DBA1F01F8}" type="presOf" srcId="{BE15F03F-1D8B-448F-844A-ECB0FBBF8F1D}" destId="{DB043F11-6E07-4B4E-BD0A-4A73574FCE11}" srcOrd="1" destOrd="0" presId="urn:microsoft.com/office/officeart/2005/8/layout/hierarchy2"/>
    <dgm:cxn modelId="{699F3BC2-5272-4A51-8451-66070D79CEB5}" type="presOf" srcId="{05665D01-4458-49F2-A298-C1EAF55FC776}" destId="{06E6A6A6-511C-47B2-8D8A-0910F70C4200}" srcOrd="0" destOrd="0" presId="urn:microsoft.com/office/officeart/2005/8/layout/hierarchy2"/>
    <dgm:cxn modelId="{EFA68AE6-B5C7-4A28-8395-55106596EBE4}" srcId="{3733E1B8-6B55-4DEC-8324-0A929FB68217}" destId="{2DD3B381-1BD6-4BA8-9A5F-599E58FE7532}" srcOrd="0" destOrd="0" parTransId="{C9BB8124-461B-4796-81DC-F13F4D5927C1}" sibTransId="{BFF2CDE6-5FCB-4182-A6DE-837B73719466}"/>
    <dgm:cxn modelId="{BB307BF4-EFD4-40D2-96E7-279B31163CA4}" type="presOf" srcId="{3733E1B8-6B55-4DEC-8324-0A929FB68217}" destId="{847C8FDE-FFFB-4B64-8F1D-24C8587F66F8}" srcOrd="0" destOrd="0" presId="urn:microsoft.com/office/officeart/2005/8/layout/hierarchy2"/>
    <dgm:cxn modelId="{641109F8-40A7-4EE0-9425-7B5D7A916F22}" srcId="{1398FB6F-3116-4FA8-849A-5F48C2CA0009}" destId="{05665D01-4458-49F2-A298-C1EAF55FC776}" srcOrd="0" destOrd="0" parTransId="{3DCCE118-51E7-48EF-B49A-7B86E4585C5E}" sibTransId="{6924D66E-8A20-49D9-848D-B5FD3173D3BA}"/>
    <dgm:cxn modelId="{90C161FD-B1AB-4171-87BD-EE497E52027D}" type="presOf" srcId="{807E408F-C52C-4778-A776-5DECB580E767}" destId="{495A4020-B919-4A95-9FDC-2A6C99829125}" srcOrd="0" destOrd="0" presId="urn:microsoft.com/office/officeart/2005/8/layout/hierarchy2"/>
    <dgm:cxn modelId="{6BEDF5F7-72E6-4D02-A3D9-97A8BFD89D6B}" type="presParOf" srcId="{847C8FDE-FFFB-4B64-8F1D-24C8587F66F8}" destId="{CAAE605D-1B7D-49AF-9EF3-13B85E95CF41}" srcOrd="0" destOrd="0" presId="urn:microsoft.com/office/officeart/2005/8/layout/hierarchy2"/>
    <dgm:cxn modelId="{CB6957AC-1568-46BC-AC9D-6AEDC3D7789E}" type="presParOf" srcId="{CAAE605D-1B7D-49AF-9EF3-13B85E95CF41}" destId="{11FF607E-8637-4900-870E-E6CBCE0ADC2B}" srcOrd="0" destOrd="0" presId="urn:microsoft.com/office/officeart/2005/8/layout/hierarchy2"/>
    <dgm:cxn modelId="{B112B98E-C0E9-43F9-AE39-456FDBD51982}" type="presParOf" srcId="{CAAE605D-1B7D-49AF-9EF3-13B85E95CF41}" destId="{254FFF25-B7E8-40C8-868D-5FF0409324CA}" srcOrd="1" destOrd="0" presId="urn:microsoft.com/office/officeart/2005/8/layout/hierarchy2"/>
    <dgm:cxn modelId="{A58153CF-1972-41D7-8C94-B69E11989EFB}" type="presParOf" srcId="{847C8FDE-FFFB-4B64-8F1D-24C8587F66F8}" destId="{C37BF229-A42E-41B8-BEE5-E63DAEB751D5}" srcOrd="1" destOrd="0" presId="urn:microsoft.com/office/officeart/2005/8/layout/hierarchy2"/>
    <dgm:cxn modelId="{8127F633-0B03-4EFB-8CCA-3272C798B8CB}" type="presParOf" srcId="{C37BF229-A42E-41B8-BEE5-E63DAEB751D5}" destId="{80D6C064-2FAB-419B-88F6-C7F8CC6067C3}" srcOrd="0" destOrd="0" presId="urn:microsoft.com/office/officeart/2005/8/layout/hierarchy2"/>
    <dgm:cxn modelId="{2CDEB185-1899-487E-9F89-3DBF66BB7077}" type="presParOf" srcId="{C37BF229-A42E-41B8-BEE5-E63DAEB751D5}" destId="{5F1ED56D-9FF3-406A-A34F-AA2B8E32FC4A}" srcOrd="1" destOrd="0" presId="urn:microsoft.com/office/officeart/2005/8/layout/hierarchy2"/>
    <dgm:cxn modelId="{EA9C7ED7-3CE9-4711-9808-DC993F5F0D24}" type="presParOf" srcId="{5F1ED56D-9FF3-406A-A34F-AA2B8E32FC4A}" destId="{35C1615B-A958-4D6D-B37E-ADC57496F8F7}" srcOrd="0" destOrd="0" presId="urn:microsoft.com/office/officeart/2005/8/layout/hierarchy2"/>
    <dgm:cxn modelId="{26329CAF-1E6C-4080-9DDD-9A76CE474DD5}" type="presParOf" srcId="{35C1615B-A958-4D6D-B37E-ADC57496F8F7}" destId="{F8A0144A-A753-459B-8DFF-F09432D9B4AD}" srcOrd="0" destOrd="0" presId="urn:microsoft.com/office/officeart/2005/8/layout/hierarchy2"/>
    <dgm:cxn modelId="{877B00BC-2562-44DF-A65C-FBDA29A9D465}" type="presParOf" srcId="{5F1ED56D-9FF3-406A-A34F-AA2B8E32FC4A}" destId="{1BB9940E-40C8-41DF-8181-D7F384841680}" srcOrd="1" destOrd="0" presId="urn:microsoft.com/office/officeart/2005/8/layout/hierarchy2"/>
    <dgm:cxn modelId="{983493BD-1CCC-4E06-ACFD-E10E20DA2FB9}" type="presParOf" srcId="{1BB9940E-40C8-41DF-8181-D7F384841680}" destId="{06E6A6A6-511C-47B2-8D8A-0910F70C4200}" srcOrd="0" destOrd="0" presId="urn:microsoft.com/office/officeart/2005/8/layout/hierarchy2"/>
    <dgm:cxn modelId="{4AF41644-C058-4FBD-9CDE-771AAEFD9F56}" type="presParOf" srcId="{1BB9940E-40C8-41DF-8181-D7F384841680}" destId="{E6E52DD3-C565-4582-8559-6D79F7F14D9E}" srcOrd="1" destOrd="0" presId="urn:microsoft.com/office/officeart/2005/8/layout/hierarchy2"/>
    <dgm:cxn modelId="{EB53E5FF-AA66-4A41-9FE3-7639A9548912}" type="presParOf" srcId="{E6E52DD3-C565-4582-8559-6D79F7F14D9E}" destId="{FCB0BF23-04AC-4CBD-94D1-24D2524526C6}" srcOrd="0" destOrd="0" presId="urn:microsoft.com/office/officeart/2005/8/layout/hierarchy2"/>
    <dgm:cxn modelId="{8C33D99C-B0EA-40C1-B168-97AEDDDAB22F}" type="presParOf" srcId="{FCB0BF23-04AC-4CBD-94D1-24D2524526C6}" destId="{DB043F11-6E07-4B4E-BD0A-4A73574FCE11}" srcOrd="0" destOrd="0" presId="urn:microsoft.com/office/officeart/2005/8/layout/hierarchy2"/>
    <dgm:cxn modelId="{B904B673-69B1-4938-B032-8C7125F0ED81}" type="presParOf" srcId="{E6E52DD3-C565-4582-8559-6D79F7F14D9E}" destId="{98A4D0F8-6172-49E3-99B1-BD99AAC9EF97}" srcOrd="1" destOrd="0" presId="urn:microsoft.com/office/officeart/2005/8/layout/hierarchy2"/>
    <dgm:cxn modelId="{DC752F1E-9DB4-4786-AC95-F6BB2F31D214}" type="presParOf" srcId="{98A4D0F8-6172-49E3-99B1-BD99AAC9EF97}" destId="{495A4020-B919-4A95-9FDC-2A6C99829125}" srcOrd="0" destOrd="0" presId="urn:microsoft.com/office/officeart/2005/8/layout/hierarchy2"/>
    <dgm:cxn modelId="{4A53F45B-03DF-44D4-9207-8F080E80885D}" type="presParOf" srcId="{98A4D0F8-6172-49E3-99B1-BD99AAC9EF97}" destId="{B373844A-4415-47A7-9C28-CF1B95425D32}" srcOrd="1" destOrd="0" presId="urn:microsoft.com/office/officeart/2005/8/layout/hierarchy2"/>
    <dgm:cxn modelId="{8CF8B6F0-432A-4C44-B90B-8542E5214B86}" type="presParOf" srcId="{B373844A-4415-47A7-9C28-CF1B95425D32}" destId="{9852BCF4-02BA-4D99-8578-0F6EF69DAC66}" srcOrd="0" destOrd="0" presId="urn:microsoft.com/office/officeart/2005/8/layout/hierarchy2"/>
    <dgm:cxn modelId="{EAE899DF-29AE-40AE-ACE1-FFC06F912DFC}" type="presParOf" srcId="{9852BCF4-02BA-4D99-8578-0F6EF69DAC66}" destId="{D549E04A-DCB3-4400-AB91-59643A8E3AA2}" srcOrd="0" destOrd="0" presId="urn:microsoft.com/office/officeart/2005/8/layout/hierarchy2"/>
    <dgm:cxn modelId="{53B5DF22-9FC9-4C5C-AA97-3D5175AAB8D8}" type="presParOf" srcId="{B373844A-4415-47A7-9C28-CF1B95425D32}" destId="{B151E5DD-3055-4417-9EC7-BF46F2B22DB3}" srcOrd="1" destOrd="0" presId="urn:microsoft.com/office/officeart/2005/8/layout/hierarchy2"/>
    <dgm:cxn modelId="{05329773-F318-421C-9862-26940450350D}" type="presParOf" srcId="{B151E5DD-3055-4417-9EC7-BF46F2B22DB3}" destId="{5C888755-AED7-43A5-9D4A-AA47E487BEC4}" srcOrd="0" destOrd="0" presId="urn:microsoft.com/office/officeart/2005/8/layout/hierarchy2"/>
    <dgm:cxn modelId="{76D41C31-E9D4-4E8C-B090-C7342F30BB1D}" type="presParOf" srcId="{B151E5DD-3055-4417-9EC7-BF46F2B22DB3}" destId="{801F6F86-FBCC-424B-9AAF-6A111D1C202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761D9-ACB9-49FE-9B5B-5462E44F1D20}">
      <dsp:nvSpPr>
        <dsp:cNvPr id="0" name=""/>
        <dsp:cNvSpPr/>
      </dsp:nvSpPr>
      <dsp:spPr>
        <a:xfrm>
          <a:off x="2757233" y="1182414"/>
          <a:ext cx="405401" cy="871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2700" y="0"/>
              </a:lnTo>
              <a:lnTo>
                <a:pt x="202700" y="871612"/>
              </a:lnTo>
              <a:lnTo>
                <a:pt x="405401" y="871612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52C870-94F4-4CDC-AEEC-861DBBB23561}">
      <dsp:nvSpPr>
        <dsp:cNvPr id="0" name=""/>
        <dsp:cNvSpPr/>
      </dsp:nvSpPr>
      <dsp:spPr>
        <a:xfrm>
          <a:off x="2757233" y="1136694"/>
          <a:ext cx="405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5401" y="45720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B138F-A4D8-4A2D-AD31-0DF9326B73BA}">
      <dsp:nvSpPr>
        <dsp:cNvPr id="0" name=""/>
        <dsp:cNvSpPr/>
      </dsp:nvSpPr>
      <dsp:spPr>
        <a:xfrm>
          <a:off x="2757233" y="310801"/>
          <a:ext cx="405401" cy="871612"/>
        </a:xfrm>
        <a:custGeom>
          <a:avLst/>
          <a:gdLst/>
          <a:ahLst/>
          <a:cxnLst/>
          <a:rect l="0" t="0" r="0" b="0"/>
          <a:pathLst>
            <a:path>
              <a:moveTo>
                <a:pt x="0" y="871612"/>
              </a:moveTo>
              <a:lnTo>
                <a:pt x="202700" y="871612"/>
              </a:lnTo>
              <a:lnTo>
                <a:pt x="202700" y="0"/>
              </a:lnTo>
              <a:lnTo>
                <a:pt x="405401" y="0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FCB450-B49C-47A4-8B58-9132C1D33173}">
      <dsp:nvSpPr>
        <dsp:cNvPr id="0" name=""/>
        <dsp:cNvSpPr/>
      </dsp:nvSpPr>
      <dsp:spPr>
        <a:xfrm>
          <a:off x="730227" y="873295"/>
          <a:ext cx="2027005" cy="618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solidFill>
                <a:srgbClr val="FFFFFF"/>
              </a:solidFill>
            </a:rPr>
            <a:t>Challenges</a:t>
          </a:r>
          <a:endParaRPr lang="en-IN" sz="1800" kern="1200" dirty="0">
            <a:solidFill>
              <a:srgbClr val="FFFFFF"/>
            </a:solidFill>
          </a:endParaRPr>
        </a:p>
      </dsp:txBody>
      <dsp:txXfrm>
        <a:off x="730227" y="873295"/>
        <a:ext cx="2027005" cy="618236"/>
      </dsp:txXfrm>
    </dsp:sp>
    <dsp:sp modelId="{961B7798-52C8-4AA4-A876-0B0D4FF58FC2}">
      <dsp:nvSpPr>
        <dsp:cNvPr id="0" name=""/>
        <dsp:cNvSpPr/>
      </dsp:nvSpPr>
      <dsp:spPr>
        <a:xfrm>
          <a:off x="3162635" y="1683"/>
          <a:ext cx="2027005" cy="618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solidFill>
                <a:srgbClr val="FFFFFF"/>
              </a:solidFill>
            </a:rPr>
            <a:t>Data Loss</a:t>
          </a:r>
          <a:endParaRPr lang="en-IN" sz="1600" kern="1200" dirty="0">
            <a:solidFill>
              <a:srgbClr val="FFFFFF"/>
            </a:solidFill>
          </a:endParaRPr>
        </a:p>
      </dsp:txBody>
      <dsp:txXfrm>
        <a:off x="3162635" y="1683"/>
        <a:ext cx="2027005" cy="618236"/>
      </dsp:txXfrm>
    </dsp:sp>
    <dsp:sp modelId="{8C40E0E6-CF3C-415B-BD77-F676547888ED}">
      <dsp:nvSpPr>
        <dsp:cNvPr id="0" name=""/>
        <dsp:cNvSpPr/>
      </dsp:nvSpPr>
      <dsp:spPr>
        <a:xfrm>
          <a:off x="3162635" y="873295"/>
          <a:ext cx="2027005" cy="618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>
              <a:solidFill>
                <a:srgbClr val="FFFFFF"/>
              </a:solidFill>
            </a:rPr>
            <a:t>Missing Values</a:t>
          </a:r>
          <a:endParaRPr lang="en-IN" sz="1600" kern="1200" dirty="0">
            <a:solidFill>
              <a:srgbClr val="FFFFFF"/>
            </a:solidFill>
          </a:endParaRPr>
        </a:p>
      </dsp:txBody>
      <dsp:txXfrm>
        <a:off x="3162635" y="873295"/>
        <a:ext cx="2027005" cy="618236"/>
      </dsp:txXfrm>
    </dsp:sp>
    <dsp:sp modelId="{41FBE462-3958-4627-9EF0-EEE55E6D7C90}">
      <dsp:nvSpPr>
        <dsp:cNvPr id="0" name=""/>
        <dsp:cNvSpPr/>
      </dsp:nvSpPr>
      <dsp:spPr>
        <a:xfrm>
          <a:off x="3162635" y="1744908"/>
          <a:ext cx="2027005" cy="618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solidFill>
                <a:srgbClr val="FFFFFF"/>
              </a:solidFill>
            </a:rPr>
            <a:t>Measurement Gaps</a:t>
          </a:r>
          <a:endParaRPr lang="en-IN" sz="1600" kern="1200" dirty="0">
            <a:solidFill>
              <a:srgbClr val="FFFFFF"/>
            </a:solidFill>
          </a:endParaRPr>
        </a:p>
      </dsp:txBody>
      <dsp:txXfrm>
        <a:off x="3162635" y="1744908"/>
        <a:ext cx="2027005" cy="61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CFFAF-9CDF-409D-A93D-25E7E02A8CA1}">
      <dsp:nvSpPr>
        <dsp:cNvPr id="0" name=""/>
        <dsp:cNvSpPr/>
      </dsp:nvSpPr>
      <dsp:spPr>
        <a:xfrm>
          <a:off x="2882824" y="1148378"/>
          <a:ext cx="394001" cy="8471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7000" y="0"/>
              </a:lnTo>
              <a:lnTo>
                <a:pt x="197000" y="847102"/>
              </a:lnTo>
              <a:lnTo>
                <a:pt x="394001" y="847102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EDBD9-0EEF-4D8D-82B9-C2F298FAEBA9}">
      <dsp:nvSpPr>
        <dsp:cNvPr id="0" name=""/>
        <dsp:cNvSpPr/>
      </dsp:nvSpPr>
      <dsp:spPr>
        <a:xfrm>
          <a:off x="2882824" y="1102658"/>
          <a:ext cx="394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001" y="45720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45573-BE40-46BD-BB8C-BBB81467C51F}">
      <dsp:nvSpPr>
        <dsp:cNvPr id="0" name=""/>
        <dsp:cNvSpPr/>
      </dsp:nvSpPr>
      <dsp:spPr>
        <a:xfrm>
          <a:off x="2882824" y="301276"/>
          <a:ext cx="394001" cy="847102"/>
        </a:xfrm>
        <a:custGeom>
          <a:avLst/>
          <a:gdLst/>
          <a:ahLst/>
          <a:cxnLst/>
          <a:rect l="0" t="0" r="0" b="0"/>
          <a:pathLst>
            <a:path>
              <a:moveTo>
                <a:pt x="0" y="847102"/>
              </a:moveTo>
              <a:lnTo>
                <a:pt x="197000" y="847102"/>
              </a:lnTo>
              <a:lnTo>
                <a:pt x="197000" y="0"/>
              </a:lnTo>
              <a:lnTo>
                <a:pt x="394001" y="0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5B6F9-0004-4CB4-9F8E-BD4E5C149F2E}">
      <dsp:nvSpPr>
        <dsp:cNvPr id="0" name=""/>
        <dsp:cNvSpPr/>
      </dsp:nvSpPr>
      <dsp:spPr>
        <a:xfrm>
          <a:off x="912819" y="847952"/>
          <a:ext cx="1970005" cy="600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Pct val="100000"/>
            <a:buNone/>
          </a:pPr>
          <a:r>
            <a:rPr lang="de-DE" sz="14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 Machine Learning</a:t>
          </a:r>
          <a:endParaRPr lang="en-IN" sz="1400" kern="1200" dirty="0"/>
        </a:p>
      </dsp:txBody>
      <dsp:txXfrm>
        <a:off x="912819" y="847952"/>
        <a:ext cx="1970005" cy="600851"/>
      </dsp:txXfrm>
    </dsp:sp>
    <dsp:sp modelId="{55B8CCC9-FECD-478E-BFD3-B35989D57919}">
      <dsp:nvSpPr>
        <dsp:cNvPr id="0" name=""/>
        <dsp:cNvSpPr/>
      </dsp:nvSpPr>
      <dsp:spPr>
        <a:xfrm>
          <a:off x="3276825" y="850"/>
          <a:ext cx="1970005" cy="600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Learn Temporal patterns</a:t>
          </a:r>
        </a:p>
      </dsp:txBody>
      <dsp:txXfrm>
        <a:off x="3276825" y="850"/>
        <a:ext cx="1970005" cy="600851"/>
      </dsp:txXfrm>
    </dsp:sp>
    <dsp:sp modelId="{93785289-1545-4DB1-AC48-54DF049F77DB}">
      <dsp:nvSpPr>
        <dsp:cNvPr id="0" name=""/>
        <dsp:cNvSpPr/>
      </dsp:nvSpPr>
      <dsp:spPr>
        <a:xfrm>
          <a:off x="3276825" y="847952"/>
          <a:ext cx="1970005" cy="600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Handle Feature dependency</a:t>
          </a:r>
        </a:p>
      </dsp:txBody>
      <dsp:txXfrm>
        <a:off x="3276825" y="847952"/>
        <a:ext cx="1970005" cy="600851"/>
      </dsp:txXfrm>
    </dsp:sp>
    <dsp:sp modelId="{4846F2EE-140C-495E-BE77-7C0562CB4929}">
      <dsp:nvSpPr>
        <dsp:cNvPr id="0" name=""/>
        <dsp:cNvSpPr/>
      </dsp:nvSpPr>
      <dsp:spPr>
        <a:xfrm>
          <a:off x="3276825" y="1695054"/>
          <a:ext cx="1970005" cy="600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Generate or predict realistic data</a:t>
          </a:r>
          <a:endParaRPr lang="de-DE" sz="1400" kern="1200" dirty="0">
            <a:solidFill>
              <a:srgbClr val="FFFFFF"/>
            </a:solidFill>
            <a:ea typeface="Red Hat Text Medium" panose="02010303040201060303" pitchFamily="2" charset="0"/>
            <a:cs typeface="Red Hat Text Medium" panose="02010303040201060303" pitchFamily="2" charset="0"/>
          </a:endParaRPr>
        </a:p>
      </dsp:txBody>
      <dsp:txXfrm>
        <a:off x="3276825" y="1695054"/>
        <a:ext cx="1970005" cy="6008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483DD-40C7-408F-9B51-8C12DAFBC0D1}">
      <dsp:nvSpPr>
        <dsp:cNvPr id="0" name=""/>
        <dsp:cNvSpPr/>
      </dsp:nvSpPr>
      <dsp:spPr>
        <a:xfrm>
          <a:off x="261012" y="1508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solidFill>
                <a:srgbClr val="FFFFFF"/>
              </a:solidFill>
            </a:rPr>
            <a:t>Engineered Dataset</a:t>
          </a:r>
          <a:endParaRPr lang="en-IN" sz="1200" kern="1200" dirty="0">
            <a:solidFill>
              <a:srgbClr val="FFFFFF"/>
            </a:solidFill>
          </a:endParaRPr>
        </a:p>
      </dsp:txBody>
      <dsp:txXfrm>
        <a:off x="288544" y="29040"/>
        <a:ext cx="1511641" cy="884959"/>
      </dsp:txXfrm>
    </dsp:sp>
    <dsp:sp modelId="{C073E9B5-8FD8-4082-A374-D19F40FC7ED1}">
      <dsp:nvSpPr>
        <dsp:cNvPr id="0" name=""/>
        <dsp:cNvSpPr/>
      </dsp:nvSpPr>
      <dsp:spPr>
        <a:xfrm>
          <a:off x="1965587" y="277248"/>
          <a:ext cx="332141" cy="388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solidFill>
              <a:srgbClr val="FFFFFF"/>
            </a:solidFill>
          </a:endParaRPr>
        </a:p>
      </dsp:txBody>
      <dsp:txXfrm>
        <a:off x="1965587" y="354957"/>
        <a:ext cx="232499" cy="233125"/>
      </dsp:txXfrm>
    </dsp:sp>
    <dsp:sp modelId="{275FB715-8CD9-428C-BA60-20AFB591B797}">
      <dsp:nvSpPr>
        <dsp:cNvPr id="0" name=""/>
        <dsp:cNvSpPr/>
      </dsp:nvSpPr>
      <dsp:spPr>
        <a:xfrm>
          <a:off x="2454400" y="1508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solidFill>
                <a:srgbClr val="FFFFFF"/>
              </a:solidFill>
            </a:rPr>
            <a:t>Baseline Imputation </a:t>
          </a:r>
          <a:r>
            <a:rPr lang="en-IN" sz="1200" kern="1200" dirty="0">
              <a:solidFill>
                <a:srgbClr val="FFFFFF"/>
              </a:solidFill>
            </a:rPr>
            <a:t>Methods</a:t>
          </a:r>
        </a:p>
      </dsp:txBody>
      <dsp:txXfrm>
        <a:off x="2481932" y="29040"/>
        <a:ext cx="1511641" cy="884959"/>
      </dsp:txXfrm>
    </dsp:sp>
    <dsp:sp modelId="{1D8A5148-347D-4D39-9A4F-8147FE4E28CA}">
      <dsp:nvSpPr>
        <dsp:cNvPr id="0" name=""/>
        <dsp:cNvSpPr/>
      </dsp:nvSpPr>
      <dsp:spPr>
        <a:xfrm>
          <a:off x="4158975" y="277248"/>
          <a:ext cx="332141" cy="388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solidFill>
              <a:srgbClr val="FFFFFF"/>
            </a:solidFill>
          </a:endParaRPr>
        </a:p>
      </dsp:txBody>
      <dsp:txXfrm>
        <a:off x="4158975" y="354957"/>
        <a:ext cx="232499" cy="233125"/>
      </dsp:txXfrm>
    </dsp:sp>
    <dsp:sp modelId="{C4B69937-5697-47A2-A050-59093DC5DE46}">
      <dsp:nvSpPr>
        <dsp:cNvPr id="0" name=""/>
        <dsp:cNvSpPr/>
      </dsp:nvSpPr>
      <dsp:spPr>
        <a:xfrm>
          <a:off x="4647788" y="1508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solidFill>
                <a:srgbClr val="FFFFFF"/>
              </a:solidFill>
            </a:rPr>
            <a:t>GRU-D</a:t>
          </a:r>
          <a:endParaRPr lang="en-IN" sz="1200" kern="1200" dirty="0">
            <a:solidFill>
              <a:srgbClr val="FFFFFF"/>
            </a:solidFill>
          </a:endParaRPr>
        </a:p>
      </dsp:txBody>
      <dsp:txXfrm>
        <a:off x="4675320" y="29040"/>
        <a:ext cx="1511641" cy="884959"/>
      </dsp:txXfrm>
    </dsp:sp>
    <dsp:sp modelId="{73C9EDE3-B56A-4B96-B35B-9144CE9B5512}">
      <dsp:nvSpPr>
        <dsp:cNvPr id="0" name=""/>
        <dsp:cNvSpPr/>
      </dsp:nvSpPr>
      <dsp:spPr>
        <a:xfrm rot="5400000">
          <a:off x="5265070" y="1051200"/>
          <a:ext cx="332141" cy="388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solidFill>
              <a:srgbClr val="FFFFFF"/>
            </a:solidFill>
          </a:endParaRPr>
        </a:p>
      </dsp:txBody>
      <dsp:txXfrm rot="-5400000">
        <a:off x="5314578" y="1079401"/>
        <a:ext cx="233125" cy="232499"/>
      </dsp:txXfrm>
    </dsp:sp>
    <dsp:sp modelId="{7FF18BA1-6A15-4865-97AE-B965E1EA00A1}">
      <dsp:nvSpPr>
        <dsp:cNvPr id="0" name=""/>
        <dsp:cNvSpPr/>
      </dsp:nvSpPr>
      <dsp:spPr>
        <a:xfrm>
          <a:off x="4647788" y="1568213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solidFill>
                <a:srgbClr val="FFFFFF"/>
              </a:solidFill>
            </a:rPr>
            <a:t>Completed Dataset</a:t>
          </a:r>
          <a:endParaRPr lang="en-IN" sz="1200" kern="1200" dirty="0">
            <a:solidFill>
              <a:srgbClr val="FFFFFF"/>
            </a:solidFill>
          </a:endParaRPr>
        </a:p>
      </dsp:txBody>
      <dsp:txXfrm>
        <a:off x="4675320" y="1595745"/>
        <a:ext cx="1511641" cy="884959"/>
      </dsp:txXfrm>
    </dsp:sp>
    <dsp:sp modelId="{CD513BF4-E3DB-4CD1-8551-00316860781D}">
      <dsp:nvSpPr>
        <dsp:cNvPr id="0" name=""/>
        <dsp:cNvSpPr/>
      </dsp:nvSpPr>
      <dsp:spPr>
        <a:xfrm rot="10800000">
          <a:off x="4177776" y="1843953"/>
          <a:ext cx="332141" cy="388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solidFill>
              <a:srgbClr val="FFFFFF"/>
            </a:solidFill>
          </a:endParaRPr>
        </a:p>
      </dsp:txBody>
      <dsp:txXfrm rot="10800000">
        <a:off x="4277418" y="1921662"/>
        <a:ext cx="232499" cy="233125"/>
      </dsp:txXfrm>
    </dsp:sp>
    <dsp:sp modelId="{9E519F54-4B66-46F7-8071-C4DE30A28754}">
      <dsp:nvSpPr>
        <dsp:cNvPr id="0" name=""/>
        <dsp:cNvSpPr/>
      </dsp:nvSpPr>
      <dsp:spPr>
        <a:xfrm>
          <a:off x="2454400" y="1568213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solidFill>
                <a:srgbClr val="FFFFFF"/>
              </a:solidFill>
            </a:rPr>
            <a:t>Baseline Data Generation Method</a:t>
          </a:r>
          <a:endParaRPr lang="en-IN" sz="1200" kern="1200" dirty="0">
            <a:solidFill>
              <a:srgbClr val="FFFFFF"/>
            </a:solidFill>
          </a:endParaRPr>
        </a:p>
      </dsp:txBody>
      <dsp:txXfrm>
        <a:off x="2481932" y="1595745"/>
        <a:ext cx="1511641" cy="884959"/>
      </dsp:txXfrm>
    </dsp:sp>
    <dsp:sp modelId="{6A010756-3D45-49BB-A3BB-A1ADA4731968}">
      <dsp:nvSpPr>
        <dsp:cNvPr id="0" name=""/>
        <dsp:cNvSpPr/>
      </dsp:nvSpPr>
      <dsp:spPr>
        <a:xfrm rot="10800000">
          <a:off x="1984388" y="1843953"/>
          <a:ext cx="332141" cy="388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solidFill>
              <a:srgbClr val="FFFFFF"/>
            </a:solidFill>
          </a:endParaRPr>
        </a:p>
      </dsp:txBody>
      <dsp:txXfrm rot="10800000">
        <a:off x="2084030" y="1921662"/>
        <a:ext cx="232499" cy="233125"/>
      </dsp:txXfrm>
    </dsp:sp>
    <dsp:sp modelId="{1A658B75-F930-46A9-BA35-957C84D4AF4F}">
      <dsp:nvSpPr>
        <dsp:cNvPr id="0" name=""/>
        <dsp:cNvSpPr/>
      </dsp:nvSpPr>
      <dsp:spPr>
        <a:xfrm>
          <a:off x="261012" y="1568213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u="none" kern="1200" dirty="0">
              <a:solidFill>
                <a:srgbClr val="FFFFFF"/>
              </a:solidFill>
            </a:rPr>
            <a:t>GRU-GAN </a:t>
          </a:r>
          <a:endParaRPr lang="en-IN" sz="1200" u="none" kern="1200" dirty="0">
            <a:solidFill>
              <a:srgbClr val="FFFFFF"/>
            </a:solidFill>
          </a:endParaRPr>
        </a:p>
      </dsp:txBody>
      <dsp:txXfrm>
        <a:off x="288544" y="1595745"/>
        <a:ext cx="1511641" cy="884959"/>
      </dsp:txXfrm>
    </dsp:sp>
    <dsp:sp modelId="{43DB0A50-41DE-4731-9980-5BE800F237B0}">
      <dsp:nvSpPr>
        <dsp:cNvPr id="0" name=""/>
        <dsp:cNvSpPr/>
      </dsp:nvSpPr>
      <dsp:spPr>
        <a:xfrm rot="5400000">
          <a:off x="878294" y="2617906"/>
          <a:ext cx="332141" cy="388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solidFill>
              <a:srgbClr val="FFFFFF"/>
            </a:solidFill>
          </a:endParaRPr>
        </a:p>
      </dsp:txBody>
      <dsp:txXfrm rot="-5400000">
        <a:off x="927802" y="2646107"/>
        <a:ext cx="233125" cy="232499"/>
      </dsp:txXfrm>
    </dsp:sp>
    <dsp:sp modelId="{A33CB55C-9056-46F4-ACD5-02237D422B20}">
      <dsp:nvSpPr>
        <dsp:cNvPr id="0" name=""/>
        <dsp:cNvSpPr/>
      </dsp:nvSpPr>
      <dsp:spPr>
        <a:xfrm>
          <a:off x="261012" y="3134919"/>
          <a:ext cx="1566705" cy="9400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u="none" kern="1200" dirty="0">
              <a:solidFill>
                <a:srgbClr val="FFFFFF"/>
              </a:solidFill>
            </a:rPr>
            <a:t>Synthetic Data Generation</a:t>
          </a:r>
          <a:endParaRPr lang="en-IN" sz="1200" u="none" kern="1200" dirty="0">
            <a:solidFill>
              <a:srgbClr val="FFFFFF"/>
            </a:solidFill>
          </a:endParaRPr>
        </a:p>
      </dsp:txBody>
      <dsp:txXfrm>
        <a:off x="288544" y="3162451"/>
        <a:ext cx="1511641" cy="8849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33282-6B2F-4250-A606-BBE96626022C}">
      <dsp:nvSpPr>
        <dsp:cNvPr id="0" name=""/>
        <dsp:cNvSpPr/>
      </dsp:nvSpPr>
      <dsp:spPr>
        <a:xfrm>
          <a:off x="1330" y="1453"/>
          <a:ext cx="4474118" cy="743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Input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10 base context features + 38 target features at each timestep</a:t>
          </a:r>
          <a:endParaRPr lang="en-IN" sz="1200" kern="1200" dirty="0"/>
        </a:p>
      </dsp:txBody>
      <dsp:txXfrm>
        <a:off x="23102" y="23225"/>
        <a:ext cx="4430574" cy="699800"/>
      </dsp:txXfrm>
    </dsp:sp>
    <dsp:sp modelId="{91159AD1-46D2-4428-BECE-AF895A37FB88}">
      <dsp:nvSpPr>
        <dsp:cNvPr id="0" name=""/>
        <dsp:cNvSpPr/>
      </dsp:nvSpPr>
      <dsp:spPr>
        <a:xfrm rot="5400000">
          <a:off x="2099012" y="763380"/>
          <a:ext cx="278754" cy="3345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/>
        </a:p>
      </dsp:txBody>
      <dsp:txXfrm rot="-5400000">
        <a:off x="2138038" y="791255"/>
        <a:ext cx="200702" cy="195128"/>
      </dsp:txXfrm>
    </dsp:sp>
    <dsp:sp modelId="{B34CCAD4-6BD8-42FD-8223-B68D1611AC16}">
      <dsp:nvSpPr>
        <dsp:cNvPr id="0" name=""/>
        <dsp:cNvSpPr/>
      </dsp:nvSpPr>
      <dsp:spPr>
        <a:xfrm>
          <a:off x="0" y="1116469"/>
          <a:ext cx="4476779" cy="743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Prediction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Predicts all 38 features simultaneously for the next timestep</a:t>
          </a:r>
          <a:endParaRPr lang="en-IN" sz="1200" kern="1200" dirty="0"/>
        </a:p>
      </dsp:txBody>
      <dsp:txXfrm>
        <a:off x="21772" y="1138241"/>
        <a:ext cx="4433235" cy="699800"/>
      </dsp:txXfrm>
    </dsp:sp>
    <dsp:sp modelId="{4CDED042-2850-4506-AF45-9DFAAD6E6ECB}">
      <dsp:nvSpPr>
        <dsp:cNvPr id="0" name=""/>
        <dsp:cNvSpPr/>
      </dsp:nvSpPr>
      <dsp:spPr>
        <a:xfrm rot="5400000">
          <a:off x="2099012" y="1878397"/>
          <a:ext cx="278754" cy="3345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/>
        </a:p>
      </dsp:txBody>
      <dsp:txXfrm rot="-5400000">
        <a:off x="2138038" y="1906272"/>
        <a:ext cx="200702" cy="195128"/>
      </dsp:txXfrm>
    </dsp:sp>
    <dsp:sp modelId="{E0FDCE54-BE5C-4B44-94F8-E817E9606691}">
      <dsp:nvSpPr>
        <dsp:cNvPr id="0" name=""/>
        <dsp:cNvSpPr/>
      </dsp:nvSpPr>
      <dsp:spPr>
        <a:xfrm>
          <a:off x="53767" y="2231485"/>
          <a:ext cx="4369243" cy="743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Feedback Loop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Predicted values are fed back for next input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  <a:sym typeface="Wingdings" panose="05000000000000000000" pitchFamily="2" charset="2"/>
            </a:rPr>
            <a:t> </a:t>
          </a: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repeated to generate a full sequence</a:t>
          </a:r>
          <a:endParaRPr lang="en-IN" sz="1200" b="1" kern="1200" dirty="0"/>
        </a:p>
      </dsp:txBody>
      <dsp:txXfrm>
        <a:off x="75539" y="2253257"/>
        <a:ext cx="4325699" cy="699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505F6-8A8A-45F9-8660-BDE8B558993C}">
      <dsp:nvSpPr>
        <dsp:cNvPr id="0" name=""/>
        <dsp:cNvSpPr/>
      </dsp:nvSpPr>
      <dsp:spPr>
        <a:xfrm>
          <a:off x="3869" y="0"/>
          <a:ext cx="1199401" cy="560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Vehicle position</a:t>
          </a:r>
          <a:endParaRPr lang="en-IN" sz="1200" kern="1200" dirty="0"/>
        </a:p>
      </dsp:txBody>
      <dsp:txXfrm>
        <a:off x="20294" y="16425"/>
        <a:ext cx="1166551" cy="527933"/>
      </dsp:txXfrm>
    </dsp:sp>
    <dsp:sp modelId="{9F37A624-BE32-464C-9763-A0FBFF4B0186}">
      <dsp:nvSpPr>
        <dsp:cNvPr id="0" name=""/>
        <dsp:cNvSpPr/>
      </dsp:nvSpPr>
      <dsp:spPr>
        <a:xfrm>
          <a:off x="1323210" y="131665"/>
          <a:ext cx="254273" cy="2974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/>
        </a:p>
      </dsp:txBody>
      <dsp:txXfrm>
        <a:off x="1323210" y="191155"/>
        <a:ext cx="177991" cy="178471"/>
      </dsp:txXfrm>
    </dsp:sp>
    <dsp:sp modelId="{F687A474-A0BF-4D40-A7C4-385B48E8286B}">
      <dsp:nvSpPr>
        <dsp:cNvPr id="0" name=""/>
        <dsp:cNvSpPr/>
      </dsp:nvSpPr>
      <dsp:spPr>
        <a:xfrm>
          <a:off x="1683030" y="0"/>
          <a:ext cx="1199401" cy="560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cell connection</a:t>
          </a:r>
          <a:endParaRPr lang="en-IN" sz="1200" kern="1200" dirty="0"/>
        </a:p>
      </dsp:txBody>
      <dsp:txXfrm>
        <a:off x="1699455" y="16425"/>
        <a:ext cx="1166551" cy="527933"/>
      </dsp:txXfrm>
    </dsp:sp>
    <dsp:sp modelId="{B3812C8D-10B5-481A-B1FB-163B9E0C8BC9}">
      <dsp:nvSpPr>
        <dsp:cNvPr id="0" name=""/>
        <dsp:cNvSpPr/>
      </dsp:nvSpPr>
      <dsp:spPr>
        <a:xfrm>
          <a:off x="3002372" y="131665"/>
          <a:ext cx="254273" cy="2974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/>
        </a:p>
      </dsp:txBody>
      <dsp:txXfrm>
        <a:off x="3002372" y="191155"/>
        <a:ext cx="177991" cy="178471"/>
      </dsp:txXfrm>
    </dsp:sp>
    <dsp:sp modelId="{CE7263C8-EC26-4775-955E-F2C339C416AC}">
      <dsp:nvSpPr>
        <dsp:cNvPr id="0" name=""/>
        <dsp:cNvSpPr/>
      </dsp:nvSpPr>
      <dsp:spPr>
        <a:xfrm>
          <a:off x="3362192" y="0"/>
          <a:ext cx="1199401" cy="560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cell configuration</a:t>
          </a:r>
          <a:endParaRPr lang="en-IN" sz="1200" kern="1200" dirty="0"/>
        </a:p>
      </dsp:txBody>
      <dsp:txXfrm>
        <a:off x="3378617" y="16425"/>
        <a:ext cx="1166551" cy="527933"/>
      </dsp:txXfrm>
    </dsp:sp>
    <dsp:sp modelId="{2903C425-DDB1-41D8-82F2-7D841D4DED03}">
      <dsp:nvSpPr>
        <dsp:cNvPr id="0" name=""/>
        <dsp:cNvSpPr/>
      </dsp:nvSpPr>
      <dsp:spPr>
        <a:xfrm>
          <a:off x="4681533" y="131665"/>
          <a:ext cx="254273" cy="2974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/>
        </a:p>
      </dsp:txBody>
      <dsp:txXfrm>
        <a:off x="4681533" y="191155"/>
        <a:ext cx="177991" cy="178471"/>
      </dsp:txXfrm>
    </dsp:sp>
    <dsp:sp modelId="{65241CD1-C2A1-4391-A770-31787F3087AB}">
      <dsp:nvSpPr>
        <dsp:cNvPr id="0" name=""/>
        <dsp:cNvSpPr/>
      </dsp:nvSpPr>
      <dsp:spPr>
        <a:xfrm>
          <a:off x="5041354" y="0"/>
          <a:ext cx="1199401" cy="560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signal quality</a:t>
          </a:r>
          <a:endParaRPr lang="en-IN" sz="1200" kern="1200" dirty="0"/>
        </a:p>
      </dsp:txBody>
      <dsp:txXfrm>
        <a:off x="5057779" y="16425"/>
        <a:ext cx="1166551" cy="527933"/>
      </dsp:txXfrm>
    </dsp:sp>
    <dsp:sp modelId="{BF331CC6-6CB3-496E-A7F4-745E58E35211}">
      <dsp:nvSpPr>
        <dsp:cNvPr id="0" name=""/>
        <dsp:cNvSpPr/>
      </dsp:nvSpPr>
      <dsp:spPr>
        <a:xfrm>
          <a:off x="6360695" y="131665"/>
          <a:ext cx="254273" cy="2974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/>
        </a:p>
      </dsp:txBody>
      <dsp:txXfrm>
        <a:off x="6360695" y="191155"/>
        <a:ext cx="177991" cy="178471"/>
      </dsp:txXfrm>
    </dsp:sp>
    <dsp:sp modelId="{C89D6894-06E0-4E6C-A1F2-FA9E79EB9D5E}">
      <dsp:nvSpPr>
        <dsp:cNvPr id="0" name=""/>
        <dsp:cNvSpPr/>
      </dsp:nvSpPr>
      <dsp:spPr>
        <a:xfrm>
          <a:off x="6720515" y="0"/>
          <a:ext cx="1199401" cy="560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rPr>
            <a:t>QoS</a:t>
          </a:r>
          <a:endParaRPr lang="en-IN" sz="1200" kern="1200" dirty="0"/>
        </a:p>
      </dsp:txBody>
      <dsp:txXfrm>
        <a:off x="6736940" y="16425"/>
        <a:ext cx="1166551" cy="5279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F607E-8637-4900-870E-E6CBCE0ADC2B}">
      <dsp:nvSpPr>
        <dsp:cNvPr id="0" name=""/>
        <dsp:cNvSpPr/>
      </dsp:nvSpPr>
      <dsp:spPr>
        <a:xfrm>
          <a:off x="0" y="444951"/>
          <a:ext cx="1490730" cy="7453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Real Sequence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(V2X Dataset)</a:t>
          </a:r>
          <a:endParaRPr lang="en-IN" sz="1000" kern="1200" dirty="0"/>
        </a:p>
      </dsp:txBody>
      <dsp:txXfrm>
        <a:off x="21831" y="466782"/>
        <a:ext cx="1447068" cy="701703"/>
      </dsp:txXfrm>
    </dsp:sp>
    <dsp:sp modelId="{80D6C064-2FAB-419B-88F6-C7F8CC6067C3}">
      <dsp:nvSpPr>
        <dsp:cNvPr id="0" name=""/>
        <dsp:cNvSpPr/>
      </dsp:nvSpPr>
      <dsp:spPr>
        <a:xfrm>
          <a:off x="0" y="1716743"/>
          <a:ext cx="1490730" cy="7453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Generated Sequences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(GRU-GAN)</a:t>
          </a:r>
          <a:endParaRPr lang="en-IN" sz="1000" kern="1200" dirty="0"/>
        </a:p>
      </dsp:txBody>
      <dsp:txXfrm>
        <a:off x="21831" y="1738574"/>
        <a:ext cx="1447068" cy="701703"/>
      </dsp:txXfrm>
    </dsp:sp>
    <dsp:sp modelId="{35C1615B-A958-4D6D-B37E-ADC57496F8F7}">
      <dsp:nvSpPr>
        <dsp:cNvPr id="0" name=""/>
        <dsp:cNvSpPr/>
      </dsp:nvSpPr>
      <dsp:spPr>
        <a:xfrm rot="19265086">
          <a:off x="1405385" y="1820608"/>
          <a:ext cx="76912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69129" y="27246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770722" y="1828626"/>
        <a:ext cx="38456" cy="38456"/>
      </dsp:txXfrm>
    </dsp:sp>
    <dsp:sp modelId="{06E6A6A6-511C-47B2-8D8A-0910F70C4200}">
      <dsp:nvSpPr>
        <dsp:cNvPr id="0" name=""/>
        <dsp:cNvSpPr/>
      </dsp:nvSpPr>
      <dsp:spPr>
        <a:xfrm>
          <a:off x="2089171" y="1233599"/>
          <a:ext cx="1986233" cy="7453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Evaluation Discriminator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(LSTM Classifier)</a:t>
          </a:r>
          <a:endParaRPr lang="en-IN" sz="1000" kern="1200" dirty="0"/>
        </a:p>
      </dsp:txBody>
      <dsp:txXfrm>
        <a:off x="2111002" y="1255430"/>
        <a:ext cx="1942571" cy="701703"/>
      </dsp:txXfrm>
    </dsp:sp>
    <dsp:sp modelId="{FCB0BF23-04AC-4CBD-94D1-24D2524526C6}">
      <dsp:nvSpPr>
        <dsp:cNvPr id="0" name=""/>
        <dsp:cNvSpPr/>
      </dsp:nvSpPr>
      <dsp:spPr>
        <a:xfrm>
          <a:off x="4075405" y="1579036"/>
          <a:ext cx="59629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596292" y="27246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358644" y="1591375"/>
        <a:ext cx="29814" cy="29814"/>
      </dsp:txXfrm>
    </dsp:sp>
    <dsp:sp modelId="{495A4020-B919-4A95-9FDC-2A6C99829125}">
      <dsp:nvSpPr>
        <dsp:cNvPr id="0" name=""/>
        <dsp:cNvSpPr/>
      </dsp:nvSpPr>
      <dsp:spPr>
        <a:xfrm>
          <a:off x="4671697" y="1233599"/>
          <a:ext cx="1490730" cy="7453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Classification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(Real or Generated)</a:t>
          </a:r>
          <a:endParaRPr lang="en-IN" sz="1000" kern="1200" dirty="0"/>
        </a:p>
      </dsp:txBody>
      <dsp:txXfrm>
        <a:off x="4693528" y="1255430"/>
        <a:ext cx="1447068" cy="701703"/>
      </dsp:txXfrm>
    </dsp:sp>
    <dsp:sp modelId="{9852BCF4-02BA-4D99-8578-0F6EF69DAC66}">
      <dsp:nvSpPr>
        <dsp:cNvPr id="0" name=""/>
        <dsp:cNvSpPr/>
      </dsp:nvSpPr>
      <dsp:spPr>
        <a:xfrm>
          <a:off x="6162427" y="1579036"/>
          <a:ext cx="59629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596292" y="27246"/>
              </a:lnTo>
            </a:path>
          </a:pathLst>
        </a:custGeom>
        <a:noFill/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445666" y="1591375"/>
        <a:ext cx="29814" cy="29814"/>
      </dsp:txXfrm>
    </dsp:sp>
    <dsp:sp modelId="{5C888755-AED7-43A5-9D4A-AA47E487BEC4}">
      <dsp:nvSpPr>
        <dsp:cNvPr id="0" name=""/>
        <dsp:cNvSpPr/>
      </dsp:nvSpPr>
      <dsp:spPr>
        <a:xfrm>
          <a:off x="6758719" y="1126886"/>
          <a:ext cx="2032491" cy="95879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Discriminative score</a:t>
          </a:r>
          <a:endParaRPr lang="en-IN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  Initial model: 0.29  (78.26%)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  Final Model: 0.0926 (59.26%)</a:t>
          </a:r>
        </a:p>
      </dsp:txBody>
      <dsp:txXfrm>
        <a:off x="6786801" y="1154968"/>
        <a:ext cx="1976327" cy="902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6C2B4D-D2B0-B76B-BCB3-D4E53F6E3D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7948F-4F4B-BB19-9EAD-3CA9D7F8A2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34C2D-D26D-4643-8C74-ECD02A186A0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B24CD-A87D-80D2-DA99-02205271EB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4B4E6-BB4B-18BB-D515-0AFD26AA42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096B-3B17-416F-8770-9E041A6AB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157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16:12:25.3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27959 12837 16383 0 0,'1'0'0'0'0,"3"0"0"0"0,6 0 0 0 0,8 0 0 0 0,5 0 0 0 0,4 0 0 0 0,0 0 0 0 0,-2 0 0 0 0,-5 1 0 0 0,-5 1 0 0 0,-3 3 0 0 0,0 2 0 0 0,2 2 0 0 0,2 1 0 0 0,0-1 0 0 0,-1 0 0 0 0,-3-2 0 0 0,-3 0 0 0 0,-2 0 0 0 0,0-1 0 0 0,1 2 0 0 0,2 0 0 0 0,3 1 0 0 0,-1 1 0 0 0,0-1 0 0 0,-3 0 0 0 0,-2-2 0 0 0,0 0 0 0 0,2 1 0 0 0,1 2 0 0 0,2 2 0 0 0,3 1 0 0 0,-1 1 0 0 0,1 0 0 0 0,-2-1 0 0 0,-1-2 0 0 0,-4-2 0 0 0,-2-1 0 0 0,-2 0 0 0 0,-1-2 0 0 0,0 3 0 0 0,1 3 0 0 0,1 5 0 0 0,2 3 0 0 0,0 1 0 0 0,-1 0 0 0 0,-2-2 0 0 0,-1-2 0 0 0,-1-3 0 0 0,-2-3 0 0 0,0-2 0 0 0,0 1 0 0 0,0 1 0 0 0,0 2 0 0 0,0 5 0 0 0,1 1 0 0 0,1 1 0 0 0,-1-2 0 0 0,1-1 0 0 0,-2-3 0 0 0,1-3 0 0 0,-1-1 0 0 0,0 1 0 0 0,0 3 0 0 0,0 6 0 0 0,0 4 0 0 0,1 1 0 0 0,0-1 0 0 0,1-1 0 0 0,-1-2 0 0 0,0-2 0 0 0,0-1 0 0 0,0-1 0 0 0,-1-2 0 0 0,0-1 0 0 0,0-2 0 0 0,0 0 0 0 0,0 0 0 0 0,0-1 0 0 0,0 1 0 0 0,0-1 0 0 0,0 0 0 0 0,0-2 0 0 0,0-1 0 0 0,0 1 0 0 0,0 1 0 0 0,0 6 0 0 0,0 7 0 0 0,0 7 0 0 0,0 1 0 0 0,0 0 0 0 0,0-4 0 0 0,0-6 0 0 0,0-4 0 0 0,0-5 0 0 0,-1-1 0 0 0,-2 2 0 0 0,-1 7 0 0 0,-2 4 0 0 0,-1 3 0 0 0,1 1 0 0 0,0-3 0 0 0,1-4 0 0 0,1-6 0 0 0,0-3 0 0 0,-1-1 0 0 0,-1 1 0 0 0,-2 6 0 0 0,-3 6 0 0 0,-1 5 0 0 0,-1 0 0 0 0,2-2 0 0 0,2-6 0 0 0,2-5 0 0 0,2-2 0 0 0,-1 3 0 0 0,-1 5 0 0 0,-1 3 0 0 0,-1 1 0 0 0,2-3 0 0 0,2-3 0 0 0,0-6 0 0 0,2-3 0 0 0,0-1 0 0 0,-3 4 0 0 0,-4 9 0 0 0,-5 9 0 0 0,-3 4 0 0 0,2-1 0 0 0,2-5 0 0 0,2-5 0 0 0,2-7 0 0 0,2-6 0 0 0,2-5 0 0 0,0-2 0 0 0,2-2 0 0 0,0-1 0 0 0,1 0 0 0 0,0 0 0 0 0,-1 1 0 0 0,-1 2 0 0 0,-6 4 0 0 0,-6 5 0 0 0,-7 6 0 0 0,-3 3 0 0 0,-2 2 0 0 0,4-1 0 0 0,3-4 0 0 0,4-5 0 0 0,4-6 0 0 0,2-3 0 0 0,-1-1 0 0 0,-5 3 0 0 0,-8 5 0 0 0,-6 7 0 0 0,-5 6 0 0 0,-1 2 0 0 0,4 0 0 0 0,5-3 0 0 0,6-6 0 0 0,6-6 0 0 0,5-4 0 0 0,-1-3 0 0 0,-6 2 0 0 0,-11 3 0 0 0,-12 4 0 0 0,-10 4 0 0 0,-4 2 0 0 0,2 0 0 0 0,6-2 0 0 0,9-5 0 0 0,10-3 0 0 0,7-4 0 0 0,7-3 0 0 0,5-2 0 0 0,0-1 0 0 0,-4 2 0 0 0,-5 2 0 0 0,-4 3 0 0 0,-4 1 0 0 0,1 1 0 0 0,2-2 0 0 0,5-2 0 0 0,3-1 0 0 0,4-3 0 0 0,2-1 0 0 0,2 0 0 0 0,-3-1 0 0 0,-3 0 0 0 0,-5 2 0 0 0,-1 1 0 0 0,-2 1 0 0 0,2-2 0 0 0,1 0 0 0 0,2 0 0 0 0,4-2 0 0 0,1 1 0 0 0,2-1 0 0 0,2 0 0 0 0,0-1 0 0 0,0 1 0 0 0,0 0 0 0 0,-1 0 0 0 0,1 0 0 0 0,1 0 0 0 0,-2 0 0 0 0,0 0 0 0 0,-1 0 0 0 0,-2 0 0 0 0,0 0 0 0 0,-1 0 0 0 0,0 0 0 0 0,2 0 0 0 0,0 0 0 0 0,1 0 0 0 0,-1 0 0 0 0,1 0 0 0 0,-2 0 0 0 0,0 0 0 0 0,1-1 0 0 0,2 0 0 0 0,2-3 0 0 0,3-3-16383 0 0,2 0 16383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venir Next LT Pro" panose="020B0504020202020204" pitchFamily="34" charset="0"/>
                <a:sym typeface="Avenir Next LT Pro" panose="020B05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venir Next LT Pro" panose="020B0504020202020204" pitchFamily="34" charset="0"/>
                <a:sym typeface="Avenir Next LT Pro" panose="020B0504020202020204" pitchFamily="34" charset="0"/>
              </a:defRPr>
            </a:lvl1pPr>
          </a:lstStyle>
          <a:p>
            <a:fld id="{84E330B8-E1E3-4FA7-9218-EF0D942426CD}" type="datetimeFigureOut">
              <a:rPr lang="en-GB" smtClean="0"/>
              <a:pPr/>
              <a:t>09/07/2026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venir Next LT Pro" panose="020B0504020202020204" pitchFamily="34" charset="0"/>
                <a:sym typeface="Avenir Next LT Pro" panose="020B05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venir Next LT Pro" panose="020B0504020202020204" pitchFamily="34" charset="0"/>
                <a:sym typeface="Avenir Next LT Pro" panose="020B0504020202020204" pitchFamily="34" charset="0"/>
              </a:defRPr>
            </a:lvl1pPr>
          </a:lstStyle>
          <a:p>
            <a:fld id="{2C246FC3-9EC4-40C0-BA00-570A2708BE3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39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0" rtl="0" eaLnBrk="1" latinLnBrk="0" hangingPunct="1">
      <a:defRPr sz="1200" kern="1200">
        <a:solidFill>
          <a:schemeClr val="tx1"/>
        </a:solidFill>
        <a:latin typeface="Avenir Next LT Pro" panose="020B0504020202020204" pitchFamily="34" charset="0"/>
        <a:ea typeface="+mn-ea"/>
        <a:cs typeface="+mn-cs"/>
        <a:sym typeface="Avenir Next LT Pro" panose="020B0504020202020204" pitchFamily="34" charset="0"/>
      </a:defRPr>
    </a:lvl1pPr>
    <a:lvl2pPr marL="457165" algn="l" defTabSz="914330" rtl="0" eaLnBrk="1" latinLnBrk="0" hangingPunct="1">
      <a:defRPr sz="1200" kern="1200">
        <a:solidFill>
          <a:schemeClr val="tx1"/>
        </a:solidFill>
        <a:latin typeface="Avenir Next LT Pro" panose="020B0504020202020204" pitchFamily="34" charset="0"/>
        <a:ea typeface="+mn-ea"/>
        <a:cs typeface="+mn-cs"/>
        <a:sym typeface="Avenir Next LT Pro" panose="020B0504020202020204" pitchFamily="34" charset="0"/>
      </a:defRPr>
    </a:lvl2pPr>
    <a:lvl3pPr marL="914330" algn="l" defTabSz="914330" rtl="0" eaLnBrk="1" latinLnBrk="0" hangingPunct="1">
      <a:defRPr sz="1200" kern="1200">
        <a:solidFill>
          <a:schemeClr val="tx1"/>
        </a:solidFill>
        <a:latin typeface="Avenir Next LT Pro" panose="020B0504020202020204" pitchFamily="34" charset="0"/>
        <a:ea typeface="+mn-ea"/>
        <a:cs typeface="+mn-cs"/>
        <a:sym typeface="Avenir Next LT Pro" panose="020B0504020202020204" pitchFamily="34" charset="0"/>
      </a:defRPr>
    </a:lvl3pPr>
    <a:lvl4pPr marL="1371496" algn="l" defTabSz="914330" rtl="0" eaLnBrk="1" latinLnBrk="0" hangingPunct="1">
      <a:defRPr sz="1200" kern="1200">
        <a:solidFill>
          <a:schemeClr val="tx1"/>
        </a:solidFill>
        <a:latin typeface="Avenir Next LT Pro" panose="020B0504020202020204" pitchFamily="34" charset="0"/>
        <a:ea typeface="+mn-ea"/>
        <a:cs typeface="+mn-cs"/>
        <a:sym typeface="Avenir Next LT Pro" panose="020B0504020202020204" pitchFamily="34" charset="0"/>
      </a:defRPr>
    </a:lvl4pPr>
    <a:lvl5pPr marL="1828661" algn="l" defTabSz="914330" rtl="0" eaLnBrk="1" latinLnBrk="0" hangingPunct="1">
      <a:defRPr sz="1200" kern="1200">
        <a:solidFill>
          <a:schemeClr val="tx1"/>
        </a:solidFill>
        <a:latin typeface="Avenir Next LT Pro" panose="020B0504020202020204" pitchFamily="34" charset="0"/>
        <a:ea typeface="+mn-ea"/>
        <a:cs typeface="+mn-cs"/>
        <a:sym typeface="Avenir Next LT Pro" panose="020B0504020202020204" pitchFamily="34" charset="0"/>
      </a:defRPr>
    </a:lvl5pPr>
    <a:lvl6pPr marL="2285827" algn="l" defTabSz="914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1" algn="l" defTabSz="914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57" algn="l" defTabSz="914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2" algn="l" defTabSz="914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536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009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309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397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016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43D80-7BCA-D4EF-325E-27BCE45E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E43C1-EEBB-1EFA-B45A-551E904F5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2D84F-6469-FC1A-4520-C3480C4C3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E4890-0F5B-A8B9-56FF-09562DE5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092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3590-1F4E-4F6E-AF6F-BBEC7DDE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EBBDE-3FC2-DC3C-137F-6DD75D1A0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26749-0C36-816F-044C-D15E1CD23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E9B33-A770-9AC7-741A-0C7303FCF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95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F0910-5B74-E39C-E98F-4708E574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F359C-CB8A-87D5-2952-11CC03BFC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F2B5B-71E5-4B05-557D-291E3180B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86F1E-BA5E-F08C-EBB4-8B8B93183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399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825F-1E65-CA0F-029A-CE5D0D8A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86604-B25D-109D-E7FF-1A3151509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AA180-35A0-99D2-82EC-FA9D1778A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93E82-BC86-FA18-940C-6C4964A0F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793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6F032-00C6-922A-4050-723BC8FB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353BE-316C-7967-9C3D-354F7FD91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4C653-7900-462E-D6E7-3420958CC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05EDB-9640-CAD6-0F0B-0E07FB596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133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8682-9C2A-C630-75CC-1BCDEA31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5D841-82FE-A68A-56D2-860436A55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EFAF8-77BE-6AB4-DEB8-F5991E0A4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0B1C-4CA7-C93F-BF88-58BCF263A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2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A24D-9824-5184-A193-FA22295EB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90A59-D4ED-3061-1C55-679CA396A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86B6F-D4D9-FF1C-23B5-8AB6483A1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D7B27-045D-0C11-7618-A9928C876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583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4320-89E4-8ADA-6C34-3236E746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B2D7C-C588-78F0-F1F7-283F7FED9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CECC1-234C-D387-981C-2CDF61F07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D057E-266D-406F-72A2-8E09FDBE4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918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F6A2-C1A9-FA99-6DB0-35511F35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D6A49-2507-D429-3FED-FE6A7B46F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7FF4F-42C8-1C6C-A9DE-C331EFEFB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6234-E3F0-E2A0-7004-72FFAC774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008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6DDD-5362-48CF-6AA2-89B468AD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E73A9-691A-B3BB-9BCA-DC6F39461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6A670-4EBE-C478-4D34-31C2B78F0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12A02-A453-E2A5-F08C-A55C7D53F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8307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BFF9-1BC4-BC79-4C6B-1F9AE27F2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50A90-FD37-6AA0-2E14-3DB18F1E0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C6FC8-E1F6-84E6-DF6F-B539440CC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A2CB5-7AF7-E216-E361-DA44A0969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327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5C0F-4BC5-A700-E4E1-6A92CFBC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F8E8A-0664-949E-02D8-305047AAE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5D955-DDC0-F99A-5A7C-4254B585C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9344A-A9E9-E98B-7A02-8FF90B25E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317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A45F-E531-BEF4-593F-10D4C54A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08F7E-B49C-9611-8CF7-13B0311AE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CA6A0-6DE3-C267-D721-01D51A58B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0CD7C-839A-0294-1462-7CF15A4EE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018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790A-4078-4281-6F76-A69F9C9F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5D859-8E64-B910-97FE-0BED974F5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48E20-B81E-F39E-6D34-4369F40DF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74870-8CA7-0DE4-FD4B-DB47A1540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443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E129-D912-3F5C-3707-6DCE1031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54D0B-FB7F-AB64-0D85-9E6979407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21A70-E792-9EBA-59A9-2791448E4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2E4D6-5A9E-F4D7-31A1-5BF6FCEA1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620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1A53-50BE-0C85-EF6B-213D79AB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38B5C-1827-69D5-F21D-351BCF2A9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C9008-5F1E-F3EC-FE7E-3BFE1605C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FAC2B-44F6-5FE5-F0FF-0F2F93B3B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12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E498-293F-C095-617C-F34A4669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0F570-C676-A929-1410-9F0DEC7E3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74157-E3BC-4436-7A3D-E9F8CE871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D1422-7F02-5BA8-BE52-0436D9D8A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4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46FC3-9EC4-40C0-BA00-570A2708BE3E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0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13.svg"/><Relationship Id="rId4" Type="http://schemas.openxmlformats.org/officeDocument/2006/relationships/image" Target="../media/image2.emf"/><Relationship Id="rId9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16.png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2.emf"/><Relationship Id="rId9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23.svg"/><Relationship Id="rId5" Type="http://schemas.openxmlformats.org/officeDocument/2006/relationships/image" Target="../media/image17.png"/><Relationship Id="rId10" Type="http://schemas.openxmlformats.org/officeDocument/2006/relationships/image" Target="../media/image13.svg"/><Relationship Id="rId4" Type="http://schemas.openxmlformats.org/officeDocument/2006/relationships/image" Target="../media/image2.emf"/><Relationship Id="rId9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24.png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5" Type="http://schemas.openxmlformats.org/officeDocument/2006/relationships/image" Target="../media/image25.png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8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.emf"/><Relationship Id="rId9" Type="http://schemas.openxmlformats.org/officeDocument/2006/relationships/image" Target="../media/image30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6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13.svg"/><Relationship Id="rId4" Type="http://schemas.openxmlformats.org/officeDocument/2006/relationships/image" Target="../media/image2.emf"/><Relationship Id="rId9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5" Type="http://schemas.openxmlformats.org/officeDocument/2006/relationships/image" Target="../media/image33.png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5" Type="http://schemas.openxmlformats.org/officeDocument/2006/relationships/image" Target="../media/image34.png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37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2.emf"/><Relationship Id="rId9" Type="http://schemas.openxmlformats.org/officeDocument/2006/relationships/image" Target="../media/image39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5.xml"/><Relationship Id="rId6" Type="http://schemas.openxmlformats.org/officeDocument/2006/relationships/image" Target="../media/image41.svg"/><Relationship Id="rId5" Type="http://schemas.openxmlformats.org/officeDocument/2006/relationships/image" Target="../media/image35.png"/><Relationship Id="rId10" Type="http://schemas.openxmlformats.org/officeDocument/2006/relationships/image" Target="../media/image13.svg"/><Relationship Id="rId4" Type="http://schemas.openxmlformats.org/officeDocument/2006/relationships/image" Target="../media/image2.emf"/><Relationship Id="rId9" Type="http://schemas.openxmlformats.org/officeDocument/2006/relationships/image" Target="../media/image1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7.xml"/><Relationship Id="rId4" Type="http://schemas.openxmlformats.org/officeDocument/2006/relationships/image" Target="../media/image2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8.xml"/><Relationship Id="rId5" Type="http://schemas.openxmlformats.org/officeDocument/2006/relationships/image" Target="../media/image42.png"/><Relationship Id="rId4" Type="http://schemas.openxmlformats.org/officeDocument/2006/relationships/image" Target="../media/image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9.xml"/><Relationship Id="rId5" Type="http://schemas.openxmlformats.org/officeDocument/2006/relationships/image" Target="../media/image43.png"/><Relationship Id="rId4" Type="http://schemas.openxmlformats.org/officeDocument/2006/relationships/image" Target="../media/image2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6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1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2.emf"/><Relationship Id="rId9" Type="http://schemas.openxmlformats.org/officeDocument/2006/relationships/image" Target="../media/image48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2.xml"/><Relationship Id="rId6" Type="http://schemas.openxmlformats.org/officeDocument/2006/relationships/image" Target="../media/image50.svg"/><Relationship Id="rId5" Type="http://schemas.openxmlformats.org/officeDocument/2006/relationships/image" Target="../media/image44.png"/><Relationship Id="rId10" Type="http://schemas.openxmlformats.org/officeDocument/2006/relationships/image" Target="../media/image13.svg"/><Relationship Id="rId4" Type="http://schemas.openxmlformats.org/officeDocument/2006/relationships/image" Target="../media/image2.emf"/><Relationship Id="rId9" Type="http://schemas.openxmlformats.org/officeDocument/2006/relationships/image" Target="../media/image12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4.xml"/><Relationship Id="rId4" Type="http://schemas.openxmlformats.org/officeDocument/2006/relationships/image" Target="../media/image2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5.xml"/><Relationship Id="rId5" Type="http://schemas.openxmlformats.org/officeDocument/2006/relationships/image" Target="../media/image51.png"/><Relationship Id="rId4" Type="http://schemas.openxmlformats.org/officeDocument/2006/relationships/image" Target="../media/image2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6.xml"/><Relationship Id="rId5" Type="http://schemas.openxmlformats.org/officeDocument/2006/relationships/image" Target="../media/image52.png"/><Relationship Id="rId4" Type="http://schemas.openxmlformats.org/officeDocument/2006/relationships/image" Target="../media/image2.emf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17410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8A3033C-4D2D-995B-7547-1239BE7961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Hier steht die Fußzeile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623996-F14A-7446-1851-E87D3EDB53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235967-45E3-491C-852E-5B3880E9F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952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08489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691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A36950B-2EB2-E0A7-CB7A-9F45DF0E0827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7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0B232AF7-9A1C-4DC5-26B3-F432A9AB5831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831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k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bg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bg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bg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bg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91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tx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tx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tx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tx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71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8560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hellbla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5210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AE7B3E59-C8C9-1793-EB19-74DCE9E057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800" y="-2919600"/>
            <a:ext cx="10364400" cy="10364400"/>
          </a:xfrm>
          <a:prstGeom prst="rect">
            <a:avLst/>
          </a:prstGeom>
          <a:ln>
            <a:noFill/>
          </a:ln>
        </p:spPr>
      </p:pic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56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hellbla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4FDC2A90-63C4-4A8D-FEAE-186EF8F74B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4263" y="-2920719"/>
            <a:ext cx="10363196" cy="103631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812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D06A6-8C35-CFA4-DAAB-A286DFF1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8" y="558000"/>
            <a:ext cx="11063993" cy="362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9773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4762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17410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86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dunkel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4762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08489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039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 dirty="0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2B16FC31-CD9D-7B01-1091-43FAEB00261F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308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1B3C78F9-10A8-0DB7-7D20-08DA2C65AB30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953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kl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bg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bg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bg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bg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08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tx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tx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tx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tx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480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dunkel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551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hellbl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1336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dunkel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AE7B3E59-C8C9-1793-EB19-74DCE9E057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7143" y="-2919600"/>
            <a:ext cx="10351714" cy="10364400"/>
          </a:xfrm>
          <a:prstGeom prst="rect">
            <a:avLst/>
          </a:prstGeom>
          <a:ln>
            <a:noFill/>
          </a:ln>
        </p:spPr>
      </p:pic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157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hellbl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4FDC2A90-63C4-4A8D-FEAE-186EF8F74B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4263" y="-2914377"/>
            <a:ext cx="10363196" cy="10350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39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D06A6-8C35-CFA4-DAAB-A286DFF1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8" y="558000"/>
            <a:ext cx="11063993" cy="362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7673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17410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26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dunkelbl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08489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20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 dirty="0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426370F-BEA9-6E80-BB5E-CFAB20478887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7611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113AE4F2-209F-ADE8-3D29-A4EBE2112691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630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klbl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accent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accent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accent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accent2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038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accent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accent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accent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accent1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062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dunkelbl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128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hellbl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309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dunkelbl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AE7B3E59-C8C9-1793-EB19-74DCE9E057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7143" y="-2919600"/>
            <a:ext cx="10351714" cy="1036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757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hellbl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4FDC2A90-63C4-4A8D-FEAE-186EF8F74B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4263" y="-2914377"/>
            <a:ext cx="10363196" cy="10350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5839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D06A6-8C35-CFA4-DAAB-A286DFF1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8" y="558000"/>
            <a:ext cx="11063993" cy="362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633316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17410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85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dunkelbla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08489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74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 dirty="0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39360C1-4CAD-16EA-CFA7-C583DDFD10A7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8829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6A09372D-7C1F-86DD-E951-3B7726E1EFA2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0790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klbla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4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accent4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accent4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accent4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accent4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137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3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accent3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accent3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accent3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accent3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7995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dunkelbla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043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hellbla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7975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dunkelbla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AE7B3E59-C8C9-1793-EB19-74DCE9E057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7303" y="-2909440"/>
            <a:ext cx="10351714" cy="10364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863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hellbla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4FDC2A90-63C4-4A8D-FEAE-186EF8F74B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4263" y="-2914377"/>
            <a:ext cx="10363195" cy="10350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66670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D06A6-8C35-CFA4-DAAB-A286DFF1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8" y="558000"/>
            <a:ext cx="11063993" cy="362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38073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17410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182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, dunkelbla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26912A6C-CA3D-6CED-A5DA-04FF83AF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96" y="-657785"/>
            <a:ext cx="5476875" cy="54768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46F653-D5A8-DD5A-2E33-66A34ED699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343" t="37504" r="18368" b="37306"/>
          <a:stretch/>
        </p:blipFill>
        <p:spPr>
          <a:xfrm>
            <a:off x="9463534" y="5208489"/>
            <a:ext cx="2164466" cy="861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6AF13C-D6AC-C0AF-F550-F041ACBF06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075" y="1252524"/>
            <a:ext cx="3952875" cy="3952875"/>
          </a:xfrm>
          <a:prstGeom prst="rect">
            <a:avLst/>
          </a:prstGeom>
        </p:spPr>
      </p:pic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63FF3115-C0E6-8C38-D928-D9C2606C7CFE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202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 dirty="0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9FAAFAFB-6163-D4B3-3FCB-F27EE30DAF54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0461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Bild,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732D993-2AB5-14A8-7713-E88488FDF5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4000" cy="6840000"/>
          </a:xfrm>
          <a:prstGeom prst="rect">
            <a:avLst/>
          </a:prstGeom>
        </p:spPr>
        <p:txBody>
          <a:bodyPr lIns="0"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49D78-CF1E-BA6D-3C8F-D041F2FA2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343" t="37504" r="18368" b="37306"/>
          <a:stretch/>
        </p:blipFill>
        <p:spPr>
          <a:xfrm>
            <a:off x="9463534" y="5253885"/>
            <a:ext cx="2164466" cy="86152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4E258D1-D4AF-6BA9-EEB1-6ADF4D78555F}"/>
              </a:ext>
            </a:extLst>
          </p:cNvPr>
          <p:cNvSpPr/>
          <p:nvPr userDrawn="1"/>
        </p:nvSpPr>
        <p:spPr>
          <a:xfrm>
            <a:off x="0" y="539996"/>
            <a:ext cx="5940000" cy="57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7" name="Gerader Verbinder 23">
            <a:extLst>
              <a:ext uri="{FF2B5EF4-FFF2-40B4-BE49-F238E27FC236}">
                <a16:creationId xmlns:a16="http://schemas.microsoft.com/office/drawing/2014/main" id="{276D7BD0-B9F1-A319-DE09-A9F0CCFCD62C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7435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klbla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6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accent6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accent6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accent6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accent6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4130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A6C8CEB-9932-1E9F-98C4-85461EA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72237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1276CD-1DD3-96BD-4176-8A87498C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5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1pPr>
            <a:lvl2pPr marL="800108" indent="-342900">
              <a:buClr>
                <a:schemeClr val="accent5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2pPr>
            <a:lvl3pPr marL="1257315" indent="-342900">
              <a:buClr>
                <a:schemeClr val="accent5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3pPr>
            <a:lvl4pPr marL="1600225" indent="-228603">
              <a:buClr>
                <a:schemeClr val="accent5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4pPr>
            <a:lvl5pPr marL="2057433" indent="-228603">
              <a:buClr>
                <a:schemeClr val="accent5"/>
              </a:buClr>
              <a:buFont typeface="+mj-lt"/>
              <a:buAutoNum type="arabicPeriod"/>
              <a:defRPr sz="18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3">
            <a:extLst>
              <a:ext uri="{FF2B5EF4-FFF2-40B4-BE49-F238E27FC236}">
                <a16:creationId xmlns:a16="http://schemas.microsoft.com/office/drawing/2014/main" id="{9EB5F65E-C73B-B9A0-F5C6-7BDD8DE606D7}"/>
              </a:ext>
            </a:extLst>
          </p:cNvPr>
          <p:cNvCxnSpPr>
            <a:cxnSpLocks/>
          </p:cNvCxnSpPr>
          <p:nvPr userDrawn="1"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1783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dunkelbla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3761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hellbla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1992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dunkelbla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AE7B3E59-C8C9-1793-EB19-74DCE9E057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7303" y="-2896762"/>
            <a:ext cx="10351714" cy="103390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487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/Ende hellbla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597D53-EAB6-455C-9D15-5D56BA38B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947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597D53-EAB6-455C-9D15-5D56BA38B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23">
            <a:extLst>
              <a:ext uri="{FF2B5EF4-FFF2-40B4-BE49-F238E27FC236}">
                <a16:creationId xmlns:a16="http://schemas.microsoft.com/office/drawing/2014/main" id="{3EBC8D8E-2638-0BCB-3AD6-4154F321AF21}"/>
              </a:ext>
            </a:extLst>
          </p:cNvPr>
          <p:cNvCxnSpPr>
            <a:cxnSpLocks/>
          </p:cNvCxnSpPr>
          <p:nvPr userDrawn="1"/>
        </p:nvCxnSpPr>
        <p:spPr>
          <a:xfrm>
            <a:off x="540000" y="3816000"/>
            <a:ext cx="352573" cy="0"/>
          </a:xfrm>
          <a:prstGeom prst="line">
            <a:avLst/>
          </a:prstGeom>
          <a:ln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4FDC2A90-63C4-4A8D-FEAE-186EF8F74B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4263" y="-2914377"/>
            <a:ext cx="10363195" cy="103505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6102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D06A6-8C35-CFA4-DAAB-A286DFF1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8" y="558000"/>
            <a:ext cx="11063993" cy="362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846888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weiß, 1-spaltig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40000" y="6480000"/>
            <a:ext cx="360000" cy="216000"/>
          </a:xfrm>
        </p:spPr>
        <p:txBody>
          <a:bodyPr/>
          <a:lstStyle>
            <a:lvl1pPr>
              <a:defRPr>
                <a:solidFill>
                  <a:srgbClr val="282827"/>
                </a:solidFill>
              </a:defRPr>
            </a:lvl1pPr>
          </a:lstStyle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B562C2-A45C-6144-CDC4-73755C61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5B62EEA-9BDD-0F03-5F99-F263077762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875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weiß, 1-spaltig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98867F5-AE6A-7CE1-123E-016B94631A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6758" y="1619999"/>
            <a:ext cx="540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40000" y="6480000"/>
            <a:ext cx="360000" cy="216000"/>
          </a:xfrm>
        </p:spPr>
        <p:txBody>
          <a:bodyPr/>
          <a:lstStyle>
            <a:lvl1pPr>
              <a:defRPr>
                <a:solidFill>
                  <a:srgbClr val="282827"/>
                </a:solidFill>
              </a:defRPr>
            </a:lvl1pPr>
          </a:lstStyle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B562C2-A45C-6144-CDC4-73755C61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19999"/>
            <a:ext cx="5400000" cy="446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5B62EEA-9BDD-0F03-5F99-F263077762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264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weiß, 1-spaltig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059D7D0-D2CF-DC09-1AD8-6931451DFDD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7218" y="1619999"/>
            <a:ext cx="3456000" cy="446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40000" y="6480000"/>
            <a:ext cx="360000" cy="216000"/>
          </a:xfrm>
        </p:spPr>
        <p:txBody>
          <a:bodyPr/>
          <a:lstStyle>
            <a:lvl1pPr>
              <a:defRPr>
                <a:solidFill>
                  <a:srgbClr val="282827"/>
                </a:solidFill>
              </a:defRPr>
            </a:lvl1pPr>
          </a:lstStyle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B562C2-A45C-6144-CDC4-73755C61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19999"/>
            <a:ext cx="3456000" cy="446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5B62EEA-9BDD-0F03-5F99-F263077762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789E030F-9C85-2BA1-02DF-60428DE2AD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34438" y="1619999"/>
            <a:ext cx="3456000" cy="446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9587415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weiß, 1-spaltig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00" y="540000"/>
            <a:ext cx="10382399" cy="362279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40000" y="6480000"/>
            <a:ext cx="360000" cy="216000"/>
          </a:xfrm>
        </p:spPr>
        <p:txBody>
          <a:bodyPr/>
          <a:lstStyle>
            <a:lvl1pPr>
              <a:defRPr>
                <a:solidFill>
                  <a:srgbClr val="282827"/>
                </a:solidFill>
              </a:defRPr>
            </a:lvl1pPr>
          </a:lstStyle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B562C2-A45C-6144-CDC4-73755C61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5B62EEA-9BDD-0F03-5F99-F263077762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903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weiß, Bild rechts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5190950" cy="72237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B562C2-A45C-6144-CDC4-73755C61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519095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8B95E8-43FF-26F7-BE8A-A9D49DDA5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11FAB13-1720-9636-3F5D-D4B656F9BB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064249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2851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weiß, Bild rechts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8" y="540000"/>
            <a:ext cx="7168739" cy="72237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B562C2-A45C-6144-CDC4-73755C61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20000"/>
            <a:ext cx="716874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8B95E8-43FF-26F7-BE8A-A9D49DDA5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11FAB13-1720-9636-3F5D-D4B656F9BB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1944" y="0"/>
            <a:ext cx="4120056" cy="6064249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4700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weiß, Bild links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8B95E8-43FF-26F7-BE8A-A9D49DDA5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5359740-DF76-D316-364B-E272397927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096000" y="1619999"/>
            <a:ext cx="5603999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78FE676-FB94-0EEE-168D-E71E0DCA3B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9999"/>
            <a:ext cx="5727560" cy="444478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594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weiß, Bild links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5EE14BF2-DF91-3122-A6A0-7567EFF283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9813" y="0"/>
            <a:ext cx="6084887" cy="6313488"/>
          </a:xfrm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5187561" cy="362279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8B95E8-43FF-26F7-BE8A-A9D49DDA5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78FE676-FB94-0EEE-168D-E71E0DCA3B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9998"/>
            <a:ext cx="5727560" cy="4176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231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weiß, Bild links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50439" cy="362279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FEF965-A13D-ED44-C888-695B00424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2000" y="6480000"/>
            <a:ext cx="8964000" cy="2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Hier steht die Fußzeile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E5D3E-C785-8B0D-C6E3-D200F8B02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8B95E8-43FF-26F7-BE8A-A9D49DDA5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78FE676-FB94-0EEE-168D-E71E0DCA3B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9998" y="1631118"/>
            <a:ext cx="11652001" cy="4176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368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weiß, Bild links,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18">
            <a:extLst>
              <a:ext uri="{FF2B5EF4-FFF2-40B4-BE49-F238E27FC236}">
                <a16:creationId xmlns:a16="http://schemas.microsoft.com/office/drawing/2014/main" id="{A91949B9-69CE-DAEC-DCE2-D0AFAE1AD9A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791096" y="1979267"/>
            <a:ext cx="1800225" cy="2181225"/>
          </a:xfrm>
        </p:spPr>
        <p:txBody>
          <a:bodyPr/>
          <a:lstStyle/>
          <a:p>
            <a:endParaRPr lang="de-DE"/>
          </a:p>
        </p:txBody>
      </p:sp>
      <p:sp>
        <p:nvSpPr>
          <p:cNvPr id="33" name="Textplatzhalter 20">
            <a:extLst>
              <a:ext uri="{FF2B5EF4-FFF2-40B4-BE49-F238E27FC236}">
                <a16:creationId xmlns:a16="http://schemas.microsoft.com/office/drawing/2014/main" id="{DFED5C67-03B8-64F1-4EAF-26FDC337C3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91096" y="4320570"/>
            <a:ext cx="1800225" cy="292100"/>
          </a:xfrm>
        </p:spPr>
        <p:txBody>
          <a:bodyPr/>
          <a:lstStyle>
            <a:lvl1pPr marL="11113" indent="0">
              <a:buNone/>
              <a:tabLst/>
              <a:defRPr sz="1400"/>
            </a:lvl1pPr>
            <a:lvl2pPr marL="11113" indent="0">
              <a:tabLst/>
              <a:defRPr sz="1400"/>
            </a:lvl2pPr>
            <a:lvl3pPr marL="11113" indent="0">
              <a:tabLst/>
              <a:defRPr sz="1400"/>
            </a:lvl3pPr>
            <a:lvl4pPr marL="11113" indent="0">
              <a:tabLst/>
              <a:defRPr sz="1400"/>
            </a:lvl4pPr>
            <a:lvl5pPr marL="11113" indent="0">
              <a:tabLst/>
              <a:defRPr sz="1400"/>
            </a:lvl5pPr>
          </a:lstStyle>
          <a:p>
            <a:pPr lvl="0"/>
            <a:r>
              <a:rPr lang="de-DE" dirty="0"/>
              <a:t>Titel Name</a:t>
            </a:r>
          </a:p>
        </p:txBody>
      </p:sp>
      <p:sp>
        <p:nvSpPr>
          <p:cNvPr id="26" name="Bildplatzhalter 18">
            <a:extLst>
              <a:ext uri="{FF2B5EF4-FFF2-40B4-BE49-F238E27FC236}">
                <a16:creationId xmlns:a16="http://schemas.microsoft.com/office/drawing/2014/main" id="{896334D9-0264-F9B8-5DFC-F5FA5C0225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79226" y="1979613"/>
            <a:ext cx="1800225" cy="2181225"/>
          </a:xfrm>
        </p:spPr>
        <p:txBody>
          <a:bodyPr/>
          <a:lstStyle/>
          <a:p>
            <a:endParaRPr lang="de-DE"/>
          </a:p>
        </p:txBody>
      </p:sp>
      <p:sp>
        <p:nvSpPr>
          <p:cNvPr id="27" name="Textplatzhalter 20">
            <a:extLst>
              <a:ext uri="{FF2B5EF4-FFF2-40B4-BE49-F238E27FC236}">
                <a16:creationId xmlns:a16="http://schemas.microsoft.com/office/drawing/2014/main" id="{65023413-8E8F-779F-A8C7-48602056DF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9226" y="4320916"/>
            <a:ext cx="1800225" cy="292100"/>
          </a:xfrm>
        </p:spPr>
        <p:txBody>
          <a:bodyPr/>
          <a:lstStyle>
            <a:lvl1pPr marL="11113" indent="0">
              <a:buNone/>
              <a:tabLst/>
              <a:defRPr sz="1400"/>
            </a:lvl1pPr>
            <a:lvl2pPr marL="11113" indent="0">
              <a:tabLst/>
              <a:defRPr sz="1400"/>
            </a:lvl2pPr>
            <a:lvl3pPr marL="11113" indent="0">
              <a:tabLst/>
              <a:defRPr sz="1400"/>
            </a:lvl3pPr>
            <a:lvl4pPr marL="11113" indent="0">
              <a:tabLst/>
              <a:defRPr sz="1400"/>
            </a:lvl4pPr>
            <a:lvl5pPr marL="11113" indent="0">
              <a:tabLst/>
              <a:defRPr sz="1400"/>
            </a:lvl5pPr>
          </a:lstStyle>
          <a:p>
            <a:pPr lvl="0"/>
            <a:r>
              <a:rPr lang="de-DE" dirty="0"/>
              <a:t>Titel Name</a:t>
            </a:r>
          </a:p>
        </p:txBody>
      </p:sp>
      <p:sp>
        <p:nvSpPr>
          <p:cNvPr id="28" name="Bildplatzhalter 18">
            <a:extLst>
              <a:ext uri="{FF2B5EF4-FFF2-40B4-BE49-F238E27FC236}">
                <a16:creationId xmlns:a16="http://schemas.microsoft.com/office/drawing/2014/main" id="{EA586A94-1CC6-58D1-A36A-24A448B69C0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67356" y="1979613"/>
            <a:ext cx="1800225" cy="2181225"/>
          </a:xfrm>
        </p:spPr>
        <p:txBody>
          <a:bodyPr/>
          <a:lstStyle/>
          <a:p>
            <a:endParaRPr lang="de-DE"/>
          </a:p>
        </p:txBody>
      </p:sp>
      <p:sp>
        <p:nvSpPr>
          <p:cNvPr id="29" name="Textplatzhalter 20">
            <a:extLst>
              <a:ext uri="{FF2B5EF4-FFF2-40B4-BE49-F238E27FC236}">
                <a16:creationId xmlns:a16="http://schemas.microsoft.com/office/drawing/2014/main" id="{E55A93AD-58B3-3899-388D-7D9D3A3B5B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356" y="4320916"/>
            <a:ext cx="1800225" cy="292100"/>
          </a:xfrm>
        </p:spPr>
        <p:txBody>
          <a:bodyPr/>
          <a:lstStyle>
            <a:lvl1pPr marL="11113" indent="0">
              <a:buNone/>
              <a:tabLst/>
              <a:defRPr sz="1400"/>
            </a:lvl1pPr>
            <a:lvl2pPr marL="11113" indent="0">
              <a:tabLst/>
              <a:defRPr sz="1400"/>
            </a:lvl2pPr>
            <a:lvl3pPr marL="11113" indent="0">
              <a:tabLst/>
              <a:defRPr sz="1400"/>
            </a:lvl3pPr>
            <a:lvl4pPr marL="11113" indent="0">
              <a:tabLst/>
              <a:defRPr sz="1400"/>
            </a:lvl4pPr>
            <a:lvl5pPr marL="11113" indent="0">
              <a:tabLst/>
              <a:defRPr sz="1400"/>
            </a:lvl5pPr>
          </a:lstStyle>
          <a:p>
            <a:pPr lvl="0"/>
            <a:r>
              <a:rPr lang="de-DE" dirty="0"/>
              <a:t>Titel Name</a:t>
            </a:r>
          </a:p>
        </p:txBody>
      </p:sp>
      <p:sp>
        <p:nvSpPr>
          <p:cNvPr id="24" name="Bildplatzhalter 18">
            <a:extLst>
              <a:ext uri="{FF2B5EF4-FFF2-40B4-BE49-F238E27FC236}">
                <a16:creationId xmlns:a16="http://schemas.microsoft.com/office/drawing/2014/main" id="{3FA6977E-4C35-F430-C62D-7AAE0BBDC9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40507" y="1979613"/>
            <a:ext cx="1800225" cy="2181225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0">
            <a:extLst>
              <a:ext uri="{FF2B5EF4-FFF2-40B4-BE49-F238E27FC236}">
                <a16:creationId xmlns:a16="http://schemas.microsoft.com/office/drawing/2014/main" id="{8E91FEC1-80DC-670C-A72B-79ED891219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0507" y="4320916"/>
            <a:ext cx="1800225" cy="292100"/>
          </a:xfrm>
        </p:spPr>
        <p:txBody>
          <a:bodyPr/>
          <a:lstStyle>
            <a:lvl1pPr marL="11113" indent="0">
              <a:buNone/>
              <a:tabLst/>
              <a:defRPr sz="1400"/>
            </a:lvl1pPr>
            <a:lvl2pPr marL="11113" indent="0">
              <a:tabLst/>
              <a:defRPr sz="1400"/>
            </a:lvl2pPr>
            <a:lvl3pPr marL="11113" indent="0">
              <a:tabLst/>
              <a:defRPr sz="1400"/>
            </a:lvl3pPr>
            <a:lvl4pPr marL="11113" indent="0">
              <a:tabLst/>
              <a:defRPr sz="1400"/>
            </a:lvl4pPr>
            <a:lvl5pPr marL="11113" indent="0">
              <a:tabLst/>
              <a:defRPr sz="1400"/>
            </a:lvl5pPr>
          </a:lstStyle>
          <a:p>
            <a:pPr lvl="0"/>
            <a:r>
              <a:rPr lang="de-DE" dirty="0"/>
              <a:t>Titel Name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9515C59E-31B9-D24C-2CD2-2E55087369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8636" y="5097413"/>
            <a:ext cx="11161801" cy="1022923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22C89478-FDE7-502A-7220-10E761C78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8637" y="1979613"/>
            <a:ext cx="1800225" cy="2181225"/>
          </a:xfrm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E50EE9-0F1B-2447-0433-044607A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50439" cy="362279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8B95E8-43FF-26F7-BE8A-A9D49DDA5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50" t="43863" r="36065" b="48359"/>
          <a:stretch/>
        </p:blipFill>
        <p:spPr>
          <a:xfrm>
            <a:off x="11052000" y="6480000"/>
            <a:ext cx="638438" cy="180000"/>
          </a:xfrm>
          <a:prstGeom prst="rect">
            <a:avLst/>
          </a:prstGeom>
        </p:spPr>
      </p:pic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DA6879E-7BFD-018D-E75C-8F12EA3888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4320916"/>
            <a:ext cx="1800225" cy="292100"/>
          </a:xfrm>
        </p:spPr>
        <p:txBody>
          <a:bodyPr/>
          <a:lstStyle>
            <a:lvl1pPr marL="11113" indent="0">
              <a:buNone/>
              <a:tabLst/>
              <a:defRPr sz="1400"/>
            </a:lvl1pPr>
            <a:lvl2pPr marL="11113" indent="0">
              <a:tabLst/>
              <a:defRPr sz="1400"/>
            </a:lvl2pPr>
            <a:lvl3pPr marL="11113" indent="0">
              <a:tabLst/>
              <a:defRPr sz="1400"/>
            </a:lvl3pPr>
            <a:lvl4pPr marL="11113" indent="0">
              <a:tabLst/>
              <a:defRPr sz="1400"/>
            </a:lvl4pPr>
            <a:lvl5pPr marL="11113" indent="0">
              <a:tabLst/>
              <a:defRPr sz="1400"/>
            </a:lvl5pPr>
          </a:lstStyle>
          <a:p>
            <a:pPr lvl="0"/>
            <a:r>
              <a:rPr lang="de-DE" dirty="0"/>
              <a:t>Titel Name</a:t>
            </a:r>
          </a:p>
        </p:txBody>
      </p:sp>
    </p:spTree>
    <p:extLst>
      <p:ext uri="{BB962C8B-B14F-4D97-AF65-F5344CB8AC3E}">
        <p14:creationId xmlns:p14="http://schemas.microsoft.com/office/powerpoint/2010/main" val="1994584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16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ags" Target="../tags/tag2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ags" Target="../tags/tag30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oleObject" Target="../embeddings/oleObject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ags" Target="../tags/tag3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95D3C21-9961-5443-B584-731387FFD7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03037782"/>
              </p:ext>
            </p:ext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95D3C21-9961-5443-B584-731387FFD7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B055B-D3D5-55F8-E1DC-55538E7B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B630C-1926-63CB-7737-D248395F7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48013-E395-7ED6-D39D-664C4804D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Hier steht die Fußzeile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F6C69-0C8B-F54F-04FD-02E72784A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35967-45E3-491C-852E-5B3880E9F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6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3" r:id="rId2"/>
    <p:sldLayoutId id="2147483702" r:id="rId3"/>
    <p:sldLayoutId id="2147483704" r:id="rId4"/>
    <p:sldLayoutId id="2147483711" r:id="rId5"/>
    <p:sldLayoutId id="2147483712" r:id="rId6"/>
    <p:sldLayoutId id="2147483706" r:id="rId7"/>
    <p:sldLayoutId id="2147483709" r:id="rId8"/>
    <p:sldLayoutId id="2147483707" r:id="rId9"/>
    <p:sldLayoutId id="2147483710" r:id="rId10"/>
    <p:sldLayoutId id="2147483698" r:id="rId11"/>
  </p:sldLayoutIdLst>
  <p:hf hdr="0" ftr="0" dt="0"/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282827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</p:titleStyle>
    <p:bodyStyle>
      <a:lvl1pPr marL="22860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6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1pPr>
      <a:lvl2pPr marL="685811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2pPr>
      <a:lvl3pPr marL="1143018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3pPr>
      <a:lvl4pPr marL="1600225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4pPr>
      <a:lvl5pPr marL="205743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5pPr>
      <a:lvl6pPr marL="2514640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6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4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1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95D3C21-9961-5443-B584-731387FFD7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03037782"/>
              </p:ext>
            </p:ext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95D3C21-9961-5443-B584-731387FFD7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34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 ftr="0" dt="0"/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282827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</p:titleStyle>
    <p:bodyStyle>
      <a:lvl1pPr marL="22860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6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1pPr>
      <a:lvl2pPr marL="685811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2pPr>
      <a:lvl3pPr marL="1143018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3pPr>
      <a:lvl4pPr marL="1600225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4pPr>
      <a:lvl5pPr marL="205743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5pPr>
      <a:lvl6pPr marL="2514640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6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4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1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95D3C21-9961-5443-B584-731387FFD7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03037782"/>
              </p:ext>
            </p:ext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95D3C21-9961-5443-B584-731387FFD7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636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282827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</p:titleStyle>
    <p:bodyStyle>
      <a:lvl1pPr marL="22860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6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1pPr>
      <a:lvl2pPr marL="685811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2pPr>
      <a:lvl3pPr marL="1143018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3pPr>
      <a:lvl4pPr marL="1600225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4pPr>
      <a:lvl5pPr marL="205743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5pPr>
      <a:lvl6pPr marL="2514640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6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4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1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95D3C21-9961-5443-B584-731387FFD7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03037782"/>
              </p:ext>
            </p:ext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95D3C21-9961-5443-B584-731387FFD7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615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282827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</p:titleStyle>
    <p:bodyStyle>
      <a:lvl1pPr marL="22860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6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1pPr>
      <a:lvl2pPr marL="685811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2pPr>
      <a:lvl3pPr marL="1143018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3pPr>
      <a:lvl4pPr marL="1600225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4pPr>
      <a:lvl5pPr marL="205743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5pPr>
      <a:lvl6pPr marL="2514640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6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4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1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95D3C21-9961-5443-B584-731387FFD7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03037782"/>
              </p:ext>
            </p:ext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95D3C21-9961-5443-B584-731387FFD7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726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hdr="0" ftr="0" dt="0"/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282827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</p:titleStyle>
    <p:bodyStyle>
      <a:lvl1pPr marL="22860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6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1pPr>
      <a:lvl2pPr marL="685811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2pPr>
      <a:lvl3pPr marL="1143018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3pPr>
      <a:lvl4pPr marL="1600225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4pPr>
      <a:lvl5pPr marL="205743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5pPr>
      <a:lvl6pPr marL="2514640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6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4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1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95D3C21-9961-5443-B584-731387FFD7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03037782"/>
              </p:ext>
            </p:ext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7772400" imgH="10058400" progId="TCLayout.ActiveDocument.1">
                  <p:embed/>
                </p:oleObj>
              </mc:Choice>
              <mc:Fallback>
                <p:oleObj name="think-cell Folie" r:id="rId1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95D3C21-9961-5443-B584-731387FFD7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F9E06C-0861-F341-912F-4218B4533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9" y="1620000"/>
            <a:ext cx="11160000" cy="44447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platzhalter 11">
            <a:extLst>
              <a:ext uri="{FF2B5EF4-FFF2-40B4-BE49-F238E27FC236}">
                <a16:creationId xmlns:a16="http://schemas.microsoft.com/office/drawing/2014/main" id="{B9F2F187-1954-F8D6-CBE6-D163D5C5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3622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 dirty="0"/>
              <a:t>Titel, 26pt, 1- oder 2-zeilig 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83D0020F-D23F-0C44-9C67-FA8F740E8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0" y="6480000"/>
            <a:ext cx="360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1" i="0">
                <a:solidFill>
                  <a:srgbClr val="282827"/>
                </a:solidFill>
                <a:latin typeface="+mn-lt"/>
                <a:ea typeface="Red Hat Text SemiBold" panose="02010303040201060303" pitchFamily="2" charset="0"/>
                <a:cs typeface="Red Hat Text SemiBold" panose="02010303040201060303" pitchFamily="2" charset="0"/>
              </a:defRPr>
            </a:lvl1pPr>
          </a:lstStyle>
          <a:p>
            <a:fld id="{7B18E5E6-6869-B54A-A8B7-1C266EEAF61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070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66" r:id="rId2"/>
    <p:sldLayoutId id="2147483767" r:id="rId3"/>
    <p:sldLayoutId id="2147483761" r:id="rId4"/>
    <p:sldLayoutId id="2147483652" r:id="rId5"/>
    <p:sldLayoutId id="2147483764" r:id="rId6"/>
    <p:sldLayoutId id="2147483654" r:id="rId7"/>
    <p:sldLayoutId id="2147483762" r:id="rId8"/>
    <p:sldLayoutId id="2147483763" r:id="rId9"/>
    <p:sldLayoutId id="2147483765" r:id="rId10"/>
  </p:sldLayoutIdLst>
  <p:hf hdr="0" ftr="0" dt="0"/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282827"/>
          </a:solidFill>
          <a:latin typeface="+mj-lt"/>
          <a:ea typeface="Red Hat Text" panose="02010303040201060303" pitchFamily="2" charset="0"/>
          <a:cs typeface="Red Hat Text" panose="02010303040201060303" pitchFamily="2" charset="0"/>
        </a:defRPr>
      </a:lvl1pPr>
    </p:titleStyle>
    <p:bodyStyle>
      <a:lvl1pPr marL="22860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600" b="0" i="0" kern="1200">
          <a:solidFill>
            <a:srgbClr val="282827"/>
          </a:solidFill>
          <a:latin typeface="+mn-lt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1pPr>
      <a:lvl2pPr marL="685811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+mn-lt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2pPr>
      <a:lvl3pPr marL="1143018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400" b="0" i="0" kern="1200">
          <a:solidFill>
            <a:srgbClr val="282827"/>
          </a:solidFill>
          <a:latin typeface="+mn-lt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3pPr>
      <a:lvl4pPr marL="1600225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+mn-lt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4pPr>
      <a:lvl5pPr marL="2057433" indent="-228603" algn="l" defTabSz="914415" rtl="0" eaLnBrk="1" latinLnBrk="0" hangingPunct="1">
        <a:lnSpc>
          <a:spcPct val="110000"/>
        </a:lnSpc>
        <a:spcBef>
          <a:spcPts val="1000"/>
        </a:spcBef>
        <a:buFont typeface="Systemschrift Normal"/>
        <a:buChar char="&gt;"/>
        <a:defRPr sz="1100" b="0" i="0" kern="1200">
          <a:solidFill>
            <a:srgbClr val="282827"/>
          </a:solidFill>
          <a:latin typeface="+mn-lt"/>
          <a:ea typeface="Red Hat Text Medium" panose="02010303040201060303" pitchFamily="2" charset="0"/>
          <a:cs typeface="Red Hat Text Medium" panose="02010303040201060303" pitchFamily="2" charset="0"/>
          <a:sym typeface="Montserrat" panose="00000500000000000000" pitchFamily="2" charset="0"/>
        </a:defRPr>
      </a:lvl5pPr>
      <a:lvl6pPr marL="2514640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6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4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1" indent="-228603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Relationship Id="rId4" Type="http://schemas.openxmlformats.org/officeDocument/2006/relationships/image" Target="../media/image5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oleObject" Target="../embeddings/oleObject5.bin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0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7.emf"/><Relationship Id="rId9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5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7.emf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oleObject" Target="../embeddings/oleObject5.bin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7.emf"/><Relationship Id="rId9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3.xml"/><Relationship Id="rId4" Type="http://schemas.openxmlformats.org/officeDocument/2006/relationships/image" Target="../media/image5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4" Type="http://schemas.openxmlformats.org/officeDocument/2006/relationships/image" Target="../media/image5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5.xml"/><Relationship Id="rId5" Type="http://schemas.openxmlformats.org/officeDocument/2006/relationships/image" Target="../media/image67.png"/><Relationship Id="rId4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6.xml"/><Relationship Id="rId4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7.xml"/><Relationship Id="rId4" Type="http://schemas.openxmlformats.org/officeDocument/2006/relationships/image" Target="../media/image5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7.emf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8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notesSlide" Target="../notesSlides/notesSlide4.xml"/><Relationship Id="rId7" Type="http://schemas.openxmlformats.org/officeDocument/2006/relationships/diagramLayout" Target="../diagrams/layout3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49.xml"/><Relationship Id="rId6" Type="http://schemas.openxmlformats.org/officeDocument/2006/relationships/diagramData" Target="../diagrams/data3.xml"/><Relationship Id="rId5" Type="http://schemas.openxmlformats.org/officeDocument/2006/relationships/image" Target="../media/image57.emf"/><Relationship Id="rId10" Type="http://schemas.microsoft.com/office/2007/relationships/diagramDrawing" Target="../diagrams/drawing3.xml"/><Relationship Id="rId4" Type="http://schemas.openxmlformats.org/officeDocument/2006/relationships/oleObject" Target="../embeddings/oleObject5.bin"/><Relationship Id="rId9" Type="http://schemas.openxmlformats.org/officeDocument/2006/relationships/diagramColors" Target="../diagrams/colors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Relationship Id="rId4" Type="http://schemas.openxmlformats.org/officeDocument/2006/relationships/image" Target="../media/image5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1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7.emf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3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1.svg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4.xml"/><Relationship Id="rId6" Type="http://schemas.openxmlformats.org/officeDocument/2006/relationships/image" Target="../media/image70.pn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4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5.xml"/><Relationship Id="rId6" Type="http://schemas.openxmlformats.org/officeDocument/2006/relationships/image" Target="../media/image72.pn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6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.xml"/><Relationship Id="rId4" Type="http://schemas.openxmlformats.org/officeDocument/2006/relationships/image" Target="../media/image5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8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notesSlide" Target="../notesSlides/notesSlide12.xml"/><Relationship Id="rId7" Type="http://schemas.openxmlformats.org/officeDocument/2006/relationships/diagramLayout" Target="../diagrams/layout4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59.xml"/><Relationship Id="rId6" Type="http://schemas.openxmlformats.org/officeDocument/2006/relationships/diagramData" Target="../diagrams/data4.xml"/><Relationship Id="rId5" Type="http://schemas.openxmlformats.org/officeDocument/2006/relationships/image" Target="../media/image57.emf"/><Relationship Id="rId10" Type="http://schemas.microsoft.com/office/2007/relationships/diagramDrawing" Target="../diagrams/drawing4.xml"/><Relationship Id="rId4" Type="http://schemas.openxmlformats.org/officeDocument/2006/relationships/oleObject" Target="../embeddings/oleObject5.bin"/><Relationship Id="rId9" Type="http://schemas.openxmlformats.org/officeDocument/2006/relationships/diagramColors" Target="../diagrams/colors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notesSlide" Target="../notesSlides/notesSlide13.xml"/><Relationship Id="rId7" Type="http://schemas.openxmlformats.org/officeDocument/2006/relationships/diagramLayout" Target="../diagrams/layout5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0.xml"/><Relationship Id="rId6" Type="http://schemas.openxmlformats.org/officeDocument/2006/relationships/diagramData" Target="../diagrams/data5.xml"/><Relationship Id="rId5" Type="http://schemas.openxmlformats.org/officeDocument/2006/relationships/image" Target="../media/image57.emf"/><Relationship Id="rId10" Type="http://schemas.microsoft.com/office/2007/relationships/diagramDrawing" Target="../diagrams/drawing5.xml"/><Relationship Id="rId4" Type="http://schemas.openxmlformats.org/officeDocument/2006/relationships/oleObject" Target="../embeddings/oleObject5.bin"/><Relationship Id="rId9" Type="http://schemas.openxmlformats.org/officeDocument/2006/relationships/diagramColors" Target="../diagrams/colors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1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2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3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4.xml"/><Relationship Id="rId6" Type="http://schemas.openxmlformats.org/officeDocument/2006/relationships/image" Target="../media/image74.pn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5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notesSlide" Target="../notesSlides/notesSlide19.xml"/><Relationship Id="rId7" Type="http://schemas.openxmlformats.org/officeDocument/2006/relationships/diagramLayout" Target="../diagrams/layout6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6.xml"/><Relationship Id="rId6" Type="http://schemas.openxmlformats.org/officeDocument/2006/relationships/diagramData" Target="../diagrams/data6.xml"/><Relationship Id="rId5" Type="http://schemas.openxmlformats.org/officeDocument/2006/relationships/image" Target="../media/image57.emf"/><Relationship Id="rId10" Type="http://schemas.microsoft.com/office/2007/relationships/diagramDrawing" Target="../diagrams/drawing6.xml"/><Relationship Id="rId4" Type="http://schemas.openxmlformats.org/officeDocument/2006/relationships/oleObject" Target="../embeddings/oleObject5.bin"/><Relationship Id="rId9" Type="http://schemas.openxmlformats.org/officeDocument/2006/relationships/diagramColors" Target="../diagrams/colors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7.xml"/><Relationship Id="rId6" Type="http://schemas.openxmlformats.org/officeDocument/2006/relationships/image" Target="../media/image76.jpe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78.png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8.xml"/><Relationship Id="rId6" Type="http://schemas.openxmlformats.org/officeDocument/2006/relationships/image" Target="../media/image77.jpe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69.xml"/><Relationship Id="rId6" Type="http://schemas.openxmlformats.org/officeDocument/2006/relationships/image" Target="../media/image79.pn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70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1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2CDB986-B796-4062-9371-66970A8817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22F3A644-D335-736A-95E7-151C6D92F5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0000" y="1470660"/>
            <a:ext cx="5106420" cy="2074140"/>
          </a:xfrm>
          <a:prstGeom prst="rect">
            <a:avLst/>
          </a:prstGeom>
          <a:noFill/>
        </p:spPr>
        <p:txBody>
          <a:bodyPr vert="horz" l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Machine Learning for </a:t>
            </a:r>
            <a:b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Data Imputation, </a:t>
            </a:r>
            <a:b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Real-time Reconstruction &amp;</a:t>
            </a:r>
            <a:b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Synthetic Data Generation </a:t>
            </a:r>
            <a:b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4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in V2X Communication</a:t>
            </a:r>
            <a:endParaRPr lang="de-DE" sz="2400" b="1" dirty="0">
              <a:solidFill>
                <a:srgbClr val="FFFFFF"/>
              </a:solidFill>
              <a:latin typeface="+mj-lt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EFBBA45-155F-DF32-2F79-49E17A29E7ED}"/>
              </a:ext>
            </a:extLst>
          </p:cNvPr>
          <p:cNvSpPr/>
          <p:nvPr/>
        </p:nvSpPr>
        <p:spPr>
          <a:xfrm>
            <a:off x="540000" y="5455634"/>
            <a:ext cx="275113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bIns="0" rtlCol="0" anchor="b"/>
          <a:lstStyle/>
          <a:p>
            <a:r>
              <a:rPr lang="en-US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Aditya Jawahar Kansara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382BE81-1296-C6CA-FEE3-F3F5D13DFF44}"/>
              </a:ext>
            </a:extLst>
          </p:cNvPr>
          <p:cNvSpPr/>
          <p:nvPr/>
        </p:nvSpPr>
        <p:spPr>
          <a:xfrm>
            <a:off x="540000" y="5760000"/>
            <a:ext cx="275113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bIns="0" rtlCol="0" anchor="b"/>
          <a:lstStyle/>
          <a:p>
            <a:r>
              <a:rPr lang="en-US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08.07.2026, Kaiserslautern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C95E96E-148E-4FFA-73CB-2BD13AEAE899}"/>
              </a:ext>
            </a:extLst>
          </p:cNvPr>
          <p:cNvSpPr txBox="1">
            <a:spLocks/>
          </p:cNvSpPr>
          <p:nvPr/>
        </p:nvSpPr>
        <p:spPr>
          <a:xfrm>
            <a:off x="540000" y="3996067"/>
            <a:ext cx="4736986" cy="1190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228603" indent="-228603" algn="l" defTabSz="914415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400" kern="1200" cap="all" baseline="0" dirty="0" smtClean="0">
                <a:solidFill>
                  <a:srgbClr val="319AD1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  <a:lvl2pPr marL="685811" indent="-228603" algn="l" defTabSz="914415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400" kern="1200" dirty="0" smtClean="0">
                <a:solidFill>
                  <a:srgbClr val="762346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2pPr>
            <a:lvl3pPr marL="1143018" indent="-228603" algn="l" defTabSz="914415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400" kern="1200" dirty="0" smtClean="0">
                <a:solidFill>
                  <a:srgbClr val="762346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3pPr>
            <a:lvl4pPr marL="1600225" indent="-228603" algn="l" defTabSz="914415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400" kern="1200" dirty="0" smtClean="0">
                <a:solidFill>
                  <a:srgbClr val="762346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4pPr>
            <a:lvl5pPr marL="2057433" indent="-228603" algn="l" defTabSz="914415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400" kern="1200" dirty="0">
                <a:solidFill>
                  <a:srgbClr val="762346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5pPr>
            <a:lvl6pPr marL="2514640" indent="-228603" algn="l" defTabSz="91441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46" indent="-228603" algn="l" defTabSz="91441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54" indent="-228603" algn="l" defTabSz="91441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61" indent="-228603" algn="l" defTabSz="91441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cap="none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Masters Thesis Presentation</a:t>
            </a:r>
          </a:p>
          <a:p>
            <a:pPr marL="0" indent="0">
              <a:buNone/>
            </a:pPr>
            <a:endParaRPr lang="de-DE" sz="1200" cap="none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0" indent="0">
              <a:buNone/>
            </a:pPr>
            <a:r>
              <a:rPr lang="de-DE" sz="1200" cap="none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Radio Communications and Navigation Department (WICON)</a:t>
            </a:r>
          </a:p>
          <a:p>
            <a:pPr marL="0" indent="0">
              <a:buNone/>
            </a:pPr>
            <a:r>
              <a:rPr lang="de-DE" sz="1200" cap="none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Supervisor: Prof. Dr.-Ing. Hans D. Schotten, M.Sc. Sanke</a:t>
            </a:r>
            <a:r>
              <a:rPr lang="en-DE" sz="1200" cap="none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</a:t>
            </a:r>
            <a:r>
              <a:rPr lang="de-DE" sz="1200" cap="none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</a:t>
            </a:r>
            <a:r>
              <a:rPr lang="de-DE" sz="1200" cap="none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Partani</a:t>
            </a:r>
          </a:p>
          <a:p>
            <a:pPr marL="0" indent="0">
              <a:buNone/>
            </a:pPr>
            <a:br>
              <a:rPr lang="de-DE" sz="1600" cap="none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de-DE" sz="1600" cap="none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cxnSp>
        <p:nvCxnSpPr>
          <p:cNvPr id="10" name="Gerader Verbinder 23">
            <a:extLst>
              <a:ext uri="{FF2B5EF4-FFF2-40B4-BE49-F238E27FC236}">
                <a16:creationId xmlns:a16="http://schemas.microsoft.com/office/drawing/2014/main" id="{3E2960E3-1167-F92D-9F2B-3DBDF42FD52A}"/>
              </a:ext>
            </a:extLst>
          </p:cNvPr>
          <p:cNvCxnSpPr>
            <a:cxnSpLocks/>
          </p:cNvCxnSpPr>
          <p:nvPr/>
        </p:nvCxnSpPr>
        <p:spPr>
          <a:xfrm>
            <a:off x="540000" y="3813832"/>
            <a:ext cx="352573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4B96D054-1A04-0E2F-B68A-96E4780C683C}"/>
              </a:ext>
            </a:extLst>
          </p:cNvPr>
          <p:cNvSpPr txBox="1"/>
          <p:nvPr/>
        </p:nvSpPr>
        <p:spPr>
          <a:xfrm>
            <a:off x="-484094" y="344245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de-DE" sz="1500" cap="none" dirty="0" err="1">
              <a:latin typeface="Montserrat" panose="00000500000000000000" pitchFamily="2" charset="0"/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42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ABCFA-3E0B-F4E6-B231-5168EA7C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89CC9E-0B27-58AE-7E0E-8AB19B934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562100"/>
            <a:ext cx="11160000" cy="5295900"/>
          </a:xfrm>
        </p:spPr>
        <p:txBody>
          <a:bodyPr/>
          <a:lstStyle/>
          <a:p>
            <a:r>
              <a:rPr lang="da-DK" sz="1200" dirty="0"/>
              <a:t>Introduction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Problem St</a:t>
            </a:r>
            <a:r>
              <a:rPr lang="da-DK" sz="1200" dirty="0"/>
              <a:t>atement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Machine Learning for V2X Data</a:t>
            </a:r>
          </a:p>
          <a:p>
            <a:r>
              <a:rPr lang="da-DK" sz="1200" dirty="0"/>
              <a:t>Berlin V2X Dataset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Dataset Description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/>
              <a:t>Cellular dataset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Analysis</a:t>
            </a:r>
          </a:p>
          <a:p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/>
              <a:t>Data Preparation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/>
              <a:t>Data Imputation Methods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Evaluation and Results</a:t>
            </a:r>
          </a:p>
          <a:p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/>
              <a:t>Purpose of Synthetic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/>
              <a:t>Data Generation Methods</a:t>
            </a:r>
            <a:endParaRPr lang="da-DK" sz="12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Evaluation and Results</a:t>
            </a:r>
          </a:p>
          <a:p>
            <a:r>
              <a:rPr lang="da-DK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Conclusion &amp; Future Work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B35686-9928-D42D-614E-6834A4337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8"/>
          <a:stretch>
            <a:fillRect/>
          </a:stretch>
        </p:blipFill>
        <p:spPr>
          <a:xfrm>
            <a:off x="5737508" y="1667434"/>
            <a:ext cx="4749551" cy="45519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EF1322-769D-0D17-3453-B03A36C50579}"/>
              </a:ext>
            </a:extLst>
          </p:cNvPr>
          <p:cNvSpPr txBox="1"/>
          <p:nvPr/>
        </p:nvSpPr>
        <p:spPr>
          <a:xfrm>
            <a:off x="6654298" y="6283105"/>
            <a:ext cx="2851842" cy="2263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57208" lvl="1" defTabSz="914415">
              <a:lnSpc>
                <a:spcPct val="110000"/>
              </a:lnSpc>
              <a:spcBef>
                <a:spcPts val="1000"/>
              </a:spcBef>
              <a:buClr>
                <a:schemeClr val="bg2"/>
              </a:buClr>
            </a:pPr>
            <a:r>
              <a:rPr lang="en-DE" sz="1200" dirty="0">
                <a:solidFill>
                  <a:srgbClr val="FFFFFF"/>
                </a:solidFill>
                <a:sym typeface="Montserrat" panose="00000500000000000000" pitchFamily="2" charset="0"/>
              </a:rPr>
              <a:t>Intelligent Transportation System</a:t>
            </a:r>
            <a:endParaRPr lang="en-IN" sz="1200" dirty="0" err="1">
              <a:solidFill>
                <a:srgbClr val="FFFFFF"/>
              </a:solidFill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9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2CDB986-B796-4062-9371-66970A8817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7C9D1BD7-06E2-4D73-5A73-C90EB35C6054}"/>
              </a:ext>
            </a:extLst>
          </p:cNvPr>
          <p:cNvSpPr txBox="1">
            <a:spLocks/>
          </p:cNvSpPr>
          <p:nvPr/>
        </p:nvSpPr>
        <p:spPr>
          <a:xfrm>
            <a:off x="4679999" y="539999"/>
            <a:ext cx="6947997" cy="55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600" dirty="0">
                <a:solidFill>
                  <a:srgbClr val="FFFFFF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Introduction</a:t>
            </a:r>
            <a:endParaRPr lang="da-DK" sz="2600" dirty="0">
              <a:solidFill>
                <a:srgbClr val="FFFFFF"/>
              </a:solidFill>
              <a:latin typeface="+mj-lt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B36F062C-03C4-16E1-D794-87F17DB58715}"/>
              </a:ext>
            </a:extLst>
          </p:cNvPr>
          <p:cNvSpPr txBox="1">
            <a:spLocks/>
          </p:cNvSpPr>
          <p:nvPr/>
        </p:nvSpPr>
        <p:spPr>
          <a:xfrm>
            <a:off x="1" y="557999"/>
            <a:ext cx="4348708" cy="55620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da-DK" sz="25000" dirty="0">
                <a:solidFill>
                  <a:schemeClr val="bg2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21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2956">
        <p:fade/>
      </p:transition>
    </mc:Choice>
    <mc:Fallback xmlns="">
      <p:transition advTm="295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00FAC76-9FF7-DD23-7E3A-EB553F54D96C}"/>
              </a:ext>
            </a:extLst>
          </p:cNvPr>
          <p:cNvSpPr/>
          <p:nvPr/>
        </p:nvSpPr>
        <p:spPr>
          <a:xfrm>
            <a:off x="0" y="1643604"/>
            <a:ext cx="11699999" cy="4380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13CE049-57CF-568D-92EB-1712C5D4D811}"/>
              </a:ext>
            </a:extLst>
          </p:cNvPr>
          <p:cNvSpPr txBox="1"/>
          <p:nvPr/>
        </p:nvSpPr>
        <p:spPr>
          <a:xfrm>
            <a:off x="539999" y="2097013"/>
            <a:ext cx="10518091" cy="3927266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Vehicle-to-Everything (V2X) communication system consists of: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Vehicle-to-Vehicle (V2V)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Vehicle-to-Infrastructure (V2I)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Vehicle-to-Network (V2N)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Vehicle-to-Pedestrain (V2P)</a:t>
            </a:r>
          </a:p>
          <a:p>
            <a:pPr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b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These communication systems exchange information: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Vehicle Mobility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Network Quality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Traffic conditions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Communication Performance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2CDB986-B796-4062-9371-66970A8817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733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414BB571-5BE6-8C02-E655-814865232C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AC10700E-6351-6EB0-3259-07A4A8BC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Introduction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4AD8CE05-89EB-09CE-8FF6-833FB0B6FBFB}"/>
              </a:ext>
            </a:extLst>
          </p:cNvPr>
          <p:cNvCxnSpPr>
            <a:cxnSpLocks/>
          </p:cNvCxnSpPr>
          <p:nvPr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EA19079-04B4-078C-AA97-F499E09DE1B8}"/>
              </a:ext>
            </a:extLst>
          </p:cNvPr>
          <p:cNvSpPr/>
          <p:nvPr/>
        </p:nvSpPr>
        <p:spPr>
          <a:xfrm>
            <a:off x="5303520" y="4065965"/>
            <a:ext cx="5677694" cy="8915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1D6A80-D76F-1577-DCD1-B158D9FCB497}"/>
              </a:ext>
            </a:extLst>
          </p:cNvPr>
          <p:cNvSpPr/>
          <p:nvPr/>
        </p:nvSpPr>
        <p:spPr>
          <a:xfrm>
            <a:off x="5309072" y="4138829"/>
            <a:ext cx="5677694" cy="4179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Graphic 30" descr="Car">
            <a:extLst>
              <a:ext uri="{FF2B5EF4-FFF2-40B4-BE49-F238E27FC236}">
                <a16:creationId xmlns:a16="http://schemas.microsoft.com/office/drawing/2014/main" id="{C347937F-1D70-9B98-2497-7021521393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4139" y="3521443"/>
            <a:ext cx="1027136" cy="1008784"/>
          </a:xfrm>
          <a:prstGeom prst="rect">
            <a:avLst/>
          </a:prstGeom>
        </p:spPr>
      </p:pic>
      <p:pic>
        <p:nvPicPr>
          <p:cNvPr id="32" name="Graphic 31" descr="Cell Tower">
            <a:extLst>
              <a:ext uri="{FF2B5EF4-FFF2-40B4-BE49-F238E27FC236}">
                <a16:creationId xmlns:a16="http://schemas.microsoft.com/office/drawing/2014/main" id="{D2D30765-8843-F694-FDC7-5A131C905E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1735" y="2557068"/>
            <a:ext cx="766277" cy="752586"/>
          </a:xfrm>
          <a:prstGeom prst="rect">
            <a:avLst/>
          </a:prstGeom>
        </p:spPr>
      </p:pic>
      <p:pic>
        <p:nvPicPr>
          <p:cNvPr id="33" name="Graphic 32" descr="Traffic light">
            <a:extLst>
              <a:ext uri="{FF2B5EF4-FFF2-40B4-BE49-F238E27FC236}">
                <a16:creationId xmlns:a16="http://schemas.microsoft.com/office/drawing/2014/main" id="{8065F22F-530F-9497-A3C6-0D991C1F94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47548" y="2746262"/>
            <a:ext cx="766277" cy="752586"/>
          </a:xfrm>
          <a:prstGeom prst="rect">
            <a:avLst/>
          </a:prstGeom>
        </p:spPr>
      </p:pic>
      <p:pic>
        <p:nvPicPr>
          <p:cNvPr id="34" name="Graphic 33" descr="Car">
            <a:extLst>
              <a:ext uri="{FF2B5EF4-FFF2-40B4-BE49-F238E27FC236}">
                <a16:creationId xmlns:a16="http://schemas.microsoft.com/office/drawing/2014/main" id="{CBC3E2FD-D6E0-FF68-BA3C-184286BA8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723" y="3525972"/>
            <a:ext cx="1027136" cy="1008784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E28F47-41C0-5E19-01FC-664BE2FF891F}"/>
              </a:ext>
            </a:extLst>
          </p:cNvPr>
          <p:cNvCxnSpPr>
            <a:cxnSpLocks/>
            <a:stCxn id="30" idx="1"/>
            <a:endCxn id="30" idx="3"/>
          </p:cNvCxnSpPr>
          <p:nvPr/>
        </p:nvCxnSpPr>
        <p:spPr>
          <a:xfrm>
            <a:off x="5309072" y="4347795"/>
            <a:ext cx="5677694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95FF14B-7E6A-CBAD-B78E-72C7ADEA7503}"/>
              </a:ext>
            </a:extLst>
          </p:cNvPr>
          <p:cNvSpPr/>
          <p:nvPr/>
        </p:nvSpPr>
        <p:spPr>
          <a:xfrm flipH="1">
            <a:off x="9585960" y="3404169"/>
            <a:ext cx="82613" cy="722865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3225450-ECD3-0116-99AF-E4F7D52227B7}"/>
              </a:ext>
            </a:extLst>
          </p:cNvPr>
          <p:cNvCxnSpPr>
            <a:cxnSpLocks/>
          </p:cNvCxnSpPr>
          <p:nvPr/>
        </p:nvCxnSpPr>
        <p:spPr>
          <a:xfrm flipV="1">
            <a:off x="8918638" y="3404169"/>
            <a:ext cx="515666" cy="48286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F2377B-07BA-17A7-DC3B-BFCEA7DDF944}"/>
              </a:ext>
            </a:extLst>
          </p:cNvPr>
          <p:cNvCxnSpPr>
            <a:cxnSpLocks/>
          </p:cNvCxnSpPr>
          <p:nvPr/>
        </p:nvCxnSpPr>
        <p:spPr>
          <a:xfrm>
            <a:off x="6629932" y="3931719"/>
            <a:ext cx="1272855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BEFDB7B-90EE-21F6-C6AC-CD9D35A5E709}"/>
              </a:ext>
            </a:extLst>
          </p:cNvPr>
          <p:cNvCxnSpPr>
            <a:cxnSpLocks/>
          </p:cNvCxnSpPr>
          <p:nvPr/>
        </p:nvCxnSpPr>
        <p:spPr>
          <a:xfrm flipV="1">
            <a:off x="6402704" y="3267996"/>
            <a:ext cx="867105" cy="58916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2E1ECA6-0456-F245-7A17-1228C819347B}"/>
              </a:ext>
            </a:extLst>
          </p:cNvPr>
          <p:cNvSpPr txBox="1"/>
          <p:nvPr/>
        </p:nvSpPr>
        <p:spPr>
          <a:xfrm rot="19558089">
            <a:off x="6472312" y="3257770"/>
            <a:ext cx="576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V2N</a:t>
            </a:r>
            <a:endParaRPr lang="en-IN" sz="1400" b="1" dirty="0">
              <a:solidFill>
                <a:schemeClr val="bg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71DB7A-CBF1-D637-0647-2A37A61F435E}"/>
              </a:ext>
            </a:extLst>
          </p:cNvPr>
          <p:cNvSpPr txBox="1"/>
          <p:nvPr/>
        </p:nvSpPr>
        <p:spPr>
          <a:xfrm>
            <a:off x="6993208" y="3616532"/>
            <a:ext cx="663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V2V</a:t>
            </a:r>
            <a:endParaRPr lang="en-IN" sz="1400" b="1" dirty="0">
              <a:solidFill>
                <a:schemeClr val="bg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A516DE-1A01-52C6-FB32-775DA29AB672}"/>
              </a:ext>
            </a:extLst>
          </p:cNvPr>
          <p:cNvSpPr txBox="1"/>
          <p:nvPr/>
        </p:nvSpPr>
        <p:spPr>
          <a:xfrm rot="18948073">
            <a:off x="8790935" y="3380952"/>
            <a:ext cx="539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V2I</a:t>
            </a:r>
            <a:endParaRPr lang="en-IN" sz="1400" b="1" dirty="0">
              <a:solidFill>
                <a:schemeClr val="bg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6B268E8-DA68-ED05-292C-E69F96EB9D91}"/>
              </a:ext>
            </a:extLst>
          </p:cNvPr>
          <p:cNvCxnSpPr>
            <a:cxnSpLocks/>
          </p:cNvCxnSpPr>
          <p:nvPr/>
        </p:nvCxnSpPr>
        <p:spPr>
          <a:xfrm>
            <a:off x="8978859" y="3959018"/>
            <a:ext cx="133405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6AEDE13-343E-801D-6FA5-8916E41F7B76}"/>
              </a:ext>
            </a:extLst>
          </p:cNvPr>
          <p:cNvSpPr txBox="1"/>
          <p:nvPr/>
        </p:nvSpPr>
        <p:spPr>
          <a:xfrm>
            <a:off x="9683964" y="3664328"/>
            <a:ext cx="611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V2P</a:t>
            </a:r>
            <a:endParaRPr lang="en-IN" sz="1400" b="1" dirty="0">
              <a:solidFill>
                <a:schemeClr val="bg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Graphic 44" descr="Walk">
            <a:extLst>
              <a:ext uri="{FF2B5EF4-FFF2-40B4-BE49-F238E27FC236}">
                <a16:creationId xmlns:a16="http://schemas.microsoft.com/office/drawing/2014/main" id="{3913D4C3-3B1C-5DF2-7624-94BC7E30FA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10269765" y="3689516"/>
            <a:ext cx="467006" cy="4375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560540-8088-5B0C-B917-E60873792F8D}"/>
              </a:ext>
            </a:extLst>
          </p:cNvPr>
          <p:cNvSpPr txBox="1"/>
          <p:nvPr/>
        </p:nvSpPr>
        <p:spPr>
          <a:xfrm>
            <a:off x="7382127" y="4613376"/>
            <a:ext cx="2664612" cy="20534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DE" sz="1100" dirty="0">
                <a:solidFill>
                  <a:srgbClr val="FFFFFF"/>
                </a:solidFill>
                <a:sym typeface="Montserrat" panose="00000500000000000000" pitchFamily="2" charset="0"/>
              </a:rPr>
              <a:t>Types of V2X Communication</a:t>
            </a:r>
            <a:endParaRPr lang="en-IN" sz="1100" dirty="0" err="1">
              <a:solidFill>
                <a:srgbClr val="FFFFFF"/>
              </a:solidFill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4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4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55832-2668-CAF4-606F-DDE4912D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84766F66-2A6A-B744-0009-BC0FB806DBA3}"/>
              </a:ext>
            </a:extLst>
          </p:cNvPr>
          <p:cNvSpPr/>
          <p:nvPr/>
        </p:nvSpPr>
        <p:spPr>
          <a:xfrm>
            <a:off x="0" y="1643604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F071DFE-9AC3-D734-76AD-B511A330909B}"/>
              </a:ext>
            </a:extLst>
          </p:cNvPr>
          <p:cNvSpPr txBox="1"/>
          <p:nvPr/>
        </p:nvSpPr>
        <p:spPr>
          <a:xfrm>
            <a:off x="541337" y="2108200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real-world operation of communication systems faces challenges such as: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Connectivity Interruptions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Unstable wireless conditions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Hardware limitations 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Measurement Failures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</a:t>
            </a:r>
            <a:b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Therefore, intelligent methods are required to reconstruct missing measurements and generate realistic communication data.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12EE5DB1-B33D-AA1A-0F75-CCDA89F04E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38751A18-1DD0-80F4-FCF6-C467A6B02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F873AA4-5D02-8B9B-7B3B-CCB1D88F6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Introduction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sz="2000" dirty="0">
                <a:solidFill>
                  <a:schemeClr val="bg2"/>
                </a:solidFill>
              </a:rPr>
              <a:t>Problem Statement</a:t>
            </a:r>
            <a:endParaRPr lang="de-DE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E106ED3B-6E47-4B7D-8DEE-5CEF40C7FFDA}"/>
              </a:ext>
            </a:extLst>
          </p:cNvPr>
          <p:cNvCxnSpPr>
            <a:cxnSpLocks/>
          </p:cNvCxnSpPr>
          <p:nvPr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A980616-D58C-FB24-8387-050D366511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5653581"/>
              </p:ext>
            </p:extLst>
          </p:nvPr>
        </p:nvGraphicFramePr>
        <p:xfrm>
          <a:off x="5055739" y="2508795"/>
          <a:ext cx="5919869" cy="2364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2668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CD37C-BA8A-13DA-40E5-7852B7BD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928D4009-DF9F-E169-9D7B-CBEFA6735F62}"/>
              </a:ext>
            </a:extLst>
          </p:cNvPr>
          <p:cNvSpPr/>
          <p:nvPr/>
        </p:nvSpPr>
        <p:spPr>
          <a:xfrm>
            <a:off x="0" y="1632743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BC57CB6-ACFB-649F-EF77-360107A4BCE7}"/>
              </a:ext>
            </a:extLst>
          </p:cNvPr>
          <p:cNvSpPr txBox="1"/>
          <p:nvPr/>
        </p:nvSpPr>
        <p:spPr>
          <a:xfrm>
            <a:off x="539999" y="1893908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 structure of vehicle communication data is generally: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Highly Dense 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Heterogeneous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Spatial and Temporally Dependent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Hence, we use advanced techniques like Machine Learning methods for handling communication data.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F480640-E8CF-9243-4A47-FBC1A2A147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12EE5DB1-B33D-AA1A-0F75-CCDA89F04E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C357C4D1-8F79-0362-A667-B1F9249B73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8227F4-A323-E496-AE3D-BC485192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Introduction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Machine Learning for V2X Data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AF2D265B-7FA6-36BC-0280-42A21322DB5D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5C48F2-9475-F418-D92A-FAE17A4E9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6866249"/>
              </p:ext>
            </p:extLst>
          </p:nvPr>
        </p:nvGraphicFramePr>
        <p:xfrm>
          <a:off x="5219395" y="2413918"/>
          <a:ext cx="6159650" cy="2296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32121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083E3-FB89-7A02-369B-BC361F9D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383AFAA-0164-5F43-7F16-D3CF0FD02F5B}"/>
              </a:ext>
            </a:extLst>
          </p:cNvPr>
          <p:cNvSpPr/>
          <p:nvPr/>
        </p:nvSpPr>
        <p:spPr>
          <a:xfrm>
            <a:off x="0" y="1632743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F6112F2-3A42-3405-7043-84413790811E}"/>
              </a:ext>
            </a:extLst>
          </p:cNvPr>
          <p:cNvSpPr txBox="1"/>
          <p:nvPr/>
        </p:nvSpPr>
        <p:spPr>
          <a:xfrm>
            <a:off x="539999" y="1893908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 primary objective is to: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	Fill up missing values in V2X dataset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	Generate realistic data for missing measurement timestamps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8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r>
              <a:rPr lang="de-DE" sz="16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Selected Dataset </a:t>
            </a:r>
            <a:r>
              <a:rPr lang="de-DE" sz="16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Berlin V2X Dataset</a:t>
            </a: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  <a:sym typeface="Wingdings" panose="05000000000000000000" pitchFamily="2" charset="2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Why Berlin V2X?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Real-world measurement data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V2V and V2I Communication Data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Heterogenous features (GPS, traffic data, radio signal indicators, QoS data and weather data)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Suitable for studying signal fluctuations, time dependent behavior and missing values in V2X communication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3D7BE635-BDE7-1D15-FF0A-476AE62E14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F480640-E8CF-9243-4A47-FBC1A2A14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E12A6552-F61E-5CF0-1A42-3B635AB7B0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D932EC4-D064-5371-2C41-97C0D8D5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Introduction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Machine Learning for V2X Data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B9F7B5B0-4310-2A4C-DC2E-D75D1E64E3C6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77EEE2-632D-6359-3EE6-37F255035A9F}"/>
              </a:ext>
            </a:extLst>
          </p:cNvPr>
          <p:cNvSpPr/>
          <p:nvPr/>
        </p:nvSpPr>
        <p:spPr>
          <a:xfrm>
            <a:off x="1398493" y="2214283"/>
            <a:ext cx="3137647" cy="3585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C0A3E3-B3A9-0FC3-6CCD-B5790A30DF00}"/>
              </a:ext>
            </a:extLst>
          </p:cNvPr>
          <p:cNvSpPr/>
          <p:nvPr/>
        </p:nvSpPr>
        <p:spPr>
          <a:xfrm>
            <a:off x="1398493" y="2174719"/>
            <a:ext cx="3137647" cy="35858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4993F7-22BA-3113-E107-957BA4E87274}"/>
              </a:ext>
            </a:extLst>
          </p:cNvPr>
          <p:cNvSpPr/>
          <p:nvPr/>
        </p:nvSpPr>
        <p:spPr>
          <a:xfrm>
            <a:off x="1398492" y="2572871"/>
            <a:ext cx="4948520" cy="35858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F943F-153E-C815-E632-6AD99635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6D5743FE-FD1A-470B-1D92-C2FC062B56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A664DD73-5966-9822-B9B9-B7119AFD1702}"/>
              </a:ext>
            </a:extLst>
          </p:cNvPr>
          <p:cNvSpPr txBox="1">
            <a:spLocks/>
          </p:cNvSpPr>
          <p:nvPr/>
        </p:nvSpPr>
        <p:spPr>
          <a:xfrm>
            <a:off x="4679999" y="539999"/>
            <a:ext cx="6947997" cy="55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600" dirty="0">
                <a:solidFill>
                  <a:srgbClr val="FFFFFF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Berlin V2X Dataset</a:t>
            </a:r>
            <a:endParaRPr lang="da-DK" sz="2600" dirty="0">
              <a:solidFill>
                <a:srgbClr val="FFFFFF"/>
              </a:solidFill>
              <a:latin typeface="+mj-lt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2771612-E3CA-FF6E-563C-6680DE380714}"/>
              </a:ext>
            </a:extLst>
          </p:cNvPr>
          <p:cNvSpPr txBox="1">
            <a:spLocks/>
          </p:cNvSpPr>
          <p:nvPr/>
        </p:nvSpPr>
        <p:spPr>
          <a:xfrm>
            <a:off x="1" y="557999"/>
            <a:ext cx="4348708" cy="55620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da-DK" sz="25000" dirty="0">
                <a:solidFill>
                  <a:schemeClr val="bg2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6096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F6086-BFC0-515D-5A6A-FB477436D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84F7223A-F801-AD30-3533-AB0118FA0FF7}"/>
              </a:ext>
            </a:extLst>
          </p:cNvPr>
          <p:cNvSpPr/>
          <p:nvPr/>
        </p:nvSpPr>
        <p:spPr>
          <a:xfrm>
            <a:off x="0" y="1632743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F37CFE-6613-3696-421A-F1E190FFFE4C}"/>
              </a:ext>
            </a:extLst>
          </p:cNvPr>
          <p:cNvSpPr txBox="1"/>
          <p:nvPr/>
        </p:nvSpPr>
        <p:spPr>
          <a:xfrm>
            <a:off x="539999" y="1893908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Primary purpose: High resolution data of vehicle mobility and wireless network performance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4 Measurement Devices (Platoon, 2 x 2)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Urban Traffic conditions (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residential streets, avenues, parks, tunnels,</a:t>
            </a:r>
          </a:p>
          <a:p>
            <a:pPr lvl="1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and highways</a:t>
            </a: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)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Two Radio Access Technologies:</a:t>
            </a:r>
          </a:p>
          <a:p>
            <a:pPr marL="742915" lvl="1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Cellular Communication (V2I)</a:t>
            </a:r>
          </a:p>
          <a:p>
            <a:pPr marL="742915" lvl="1" indent="-285750" defTabSz="914400"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Sidelink Communication (V2V)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R="0" lvl="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942EE528-34E6-3B54-9B21-C97D3018AA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3D7BE635-BDE7-1D15-FF0A-476AE62E14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48A9A640-26F8-77A1-BEFA-66031BA0E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24D1F338-86CC-65FD-036F-6493D69C1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Berlin V2X Dataset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Dataset Description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8578C471-8188-2A97-1E9B-073DE4103CB3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C2848C3-AC7C-1D4F-435D-C4B05778E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882" y="2319266"/>
            <a:ext cx="4896564" cy="31827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B089AD-D44C-AF5C-3B5C-F5421DF6D7E7}"/>
              </a:ext>
            </a:extLst>
          </p:cNvPr>
          <p:cNvSpPr txBox="1"/>
          <p:nvPr/>
        </p:nvSpPr>
        <p:spPr>
          <a:xfrm>
            <a:off x="7876515" y="5601620"/>
            <a:ext cx="2996697" cy="1944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IN" sz="1500" cap="none" dirty="0" err="1">
              <a:latin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DCF52-715F-EF29-1C66-F1ADE63DE5D7}"/>
              </a:ext>
            </a:extLst>
          </p:cNvPr>
          <p:cNvSpPr txBox="1"/>
          <p:nvPr/>
        </p:nvSpPr>
        <p:spPr>
          <a:xfrm>
            <a:off x="8525298" y="5533592"/>
            <a:ext cx="2761307" cy="1944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DE" sz="1100" dirty="0">
                <a:solidFill>
                  <a:srgbClr val="FFFFFF"/>
                </a:solidFill>
                <a:sym typeface="Montserrat" panose="00000500000000000000" pitchFamily="2" charset="0"/>
              </a:rPr>
              <a:t>Measurement route</a:t>
            </a:r>
            <a:endParaRPr lang="en-IN" sz="1100" dirty="0" err="1">
              <a:solidFill>
                <a:srgbClr val="FFFFFF"/>
              </a:solidFill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7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4E97D-7925-8FDD-CDF2-0832E18F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1AF23F99-72A2-F48B-B2BC-E70B090DC737}"/>
              </a:ext>
            </a:extLst>
          </p:cNvPr>
          <p:cNvSpPr/>
          <p:nvPr/>
        </p:nvSpPr>
        <p:spPr>
          <a:xfrm>
            <a:off x="0" y="1632743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A3447B5-D70C-C736-73D0-E1FB6877FB36}"/>
              </a:ext>
            </a:extLst>
          </p:cNvPr>
          <p:cNvSpPr txBox="1"/>
          <p:nvPr/>
        </p:nvSpPr>
        <p:spPr>
          <a:xfrm>
            <a:off x="492001" y="1864298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Real-world measurement of Vehicle communication over cellular (LTE) networks</a:t>
            </a: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Dataset shape: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207,434 rows x 159 columns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marR="0" lvl="0" indent="-285750" defTabSz="9144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4553A5EF-C93E-F8BB-C51E-9AC2C9237D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942EE528-34E6-3B54-9B21-C97D3018AA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49CA6B99-3372-48B3-B8DB-7A55316BD7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FACFDA2A-75FA-C9BC-D40D-1C0F30F2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Berlin V2X Dataset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Cellular Dataset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2A920DED-0FE2-39BA-7592-DA97034FAA5A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1ADF866-0C5C-12E4-890E-451DD280F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039307"/>
              </p:ext>
            </p:extLst>
          </p:nvPr>
        </p:nvGraphicFramePr>
        <p:xfrm>
          <a:off x="934743" y="2674645"/>
          <a:ext cx="8863682" cy="289736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05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8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872"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b="1" kern="120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Category</a:t>
                      </a:r>
                      <a:endParaRPr lang="da-DK" sz="1200" b="1" kern="120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b="1" kern="120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da-DK" sz="1200" b="1" kern="120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72"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kern="1200" dirty="0">
                          <a:solidFill>
                            <a:schemeClr val="dk1"/>
                          </a:solidFill>
                        </a:rPr>
                        <a:t>GPS</a:t>
                      </a:r>
                      <a:endParaRPr lang="de-DE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Latitude, Longitude, Altitude, Speed, COG, Area</a:t>
                      </a:r>
                      <a:endParaRPr lang="en-GB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45056"/>
                  </a:ext>
                </a:extLst>
              </a:tr>
              <a:tr h="498092"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kern="1200" noProof="0" dirty="0">
                          <a:solidFill>
                            <a:schemeClr val="dk1"/>
                          </a:solidFill>
                        </a:rPr>
                        <a:t>Weather and Environmental</a:t>
                      </a:r>
                      <a:endParaRPr lang="da-DK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tc>
                  <a:txBody>
                    <a:bodyPr/>
                    <a:lstStyle/>
                    <a:p>
                      <a:pPr marL="0" marR="0" lvl="0" indent="0" algn="l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Temperature/</a:t>
                      </a:r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apparentTemperature</a:t>
                      </a: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precipProbability</a:t>
                      </a: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/ </a:t>
                      </a:r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precipIntensity</a:t>
                      </a: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</a:rPr>
                        <a:t>dewPoint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</a:rPr>
                        <a:t>, humidity,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</a:rPr>
                        <a:t>windSpeed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</a:rPr>
                        <a:t>cloudCover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</a:rPr>
                        <a:t>uvIndex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</a:rPr>
                        <a:t>, visibility</a:t>
                      </a:r>
                      <a:endParaRPr lang="en-GB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72"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kern="1200" noProof="0" dirty="0">
                          <a:solidFill>
                            <a:schemeClr val="dk1"/>
                          </a:solidFill>
                        </a:rPr>
                        <a:t>QoS</a:t>
                      </a:r>
                      <a:endParaRPr lang="da-DK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Ping, </a:t>
                      </a:r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Datarate</a:t>
                      </a: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, Jitter</a:t>
                      </a:r>
                      <a:endParaRPr lang="en-GB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329"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kern="1200" noProof="0" dirty="0">
                          <a:solidFill>
                            <a:schemeClr val="dk1"/>
                          </a:solidFill>
                        </a:rPr>
                        <a:t>Network Data</a:t>
                      </a:r>
                      <a:endParaRPr lang="da-DK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tc>
                  <a:txBody>
                    <a:bodyPr/>
                    <a:lstStyle/>
                    <a:p>
                      <a:pPr marL="171450" indent="-171450" algn="l" defTabSz="914415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Signal Data: RSRP, RSRQ, RSSI, SNR</a:t>
                      </a:r>
                    </a:p>
                    <a:p>
                      <a:pPr marL="171450" indent="-171450" algn="l" defTabSz="914415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RRC: Downlink/ Uplink frequency, Downlink/Uplink Bandwidth,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</a:rPr>
                        <a:t>Resource Blocks in Modulation and Coding Scheme(MCS), Cell ID/Cell Identity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329">
                <a:tc>
                  <a:txBody>
                    <a:bodyPr/>
                    <a:lstStyle/>
                    <a:p>
                      <a:pPr marL="0" algn="l" defTabSz="914415" rtl="0" eaLnBrk="1" latinLnBrk="0" hangingPunct="1"/>
                      <a:r>
                        <a:rPr lang="da-DK" sz="1200" kern="1200" dirty="0">
                          <a:solidFill>
                            <a:schemeClr val="dk1"/>
                          </a:solidFill>
                        </a:rPr>
                        <a:t>Temporal Features and Identifiers</a:t>
                      </a:r>
                      <a:endParaRPr lang="da-DK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marR="48000" marT="48000" marB="48000" anchor="ctr"/>
                </a:tc>
                <a:tc>
                  <a:txBody>
                    <a:bodyPr/>
                    <a:lstStyle/>
                    <a:p>
                      <a:pPr marL="171450" indent="-171450" algn="l" defTabSz="914415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timestamps/</a:t>
                      </a:r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ts-gps</a:t>
                      </a:r>
                      <a:endParaRPr lang="en-GB" sz="12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171450" indent="-171450" algn="l" defTabSz="914415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Device IDs</a:t>
                      </a:r>
                    </a:p>
                    <a:p>
                      <a:pPr marL="171450" indent="-171450" algn="l" defTabSz="914415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Metadata (uplink, downlink, </a:t>
                      </a:r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datarate</a:t>
                      </a:r>
                      <a:r>
                        <a:rPr lang="en-GB" sz="1200" kern="1200" dirty="0">
                          <a:solidFill>
                            <a:schemeClr val="dk1"/>
                          </a:solidFill>
                        </a:rPr>
                        <a:t>/latency, scenario)</a:t>
                      </a:r>
                      <a:endParaRPr lang="en-GB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30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08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1C6C-A610-295C-F97E-7D2246BD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9C2D52F4-54EE-5436-2CFD-D2E907C4DAF2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81C03F1-7465-3B56-7D60-9928034C7351}"/>
              </a:ext>
            </a:extLst>
          </p:cNvPr>
          <p:cNvSpPr txBox="1"/>
          <p:nvPr/>
        </p:nvSpPr>
        <p:spPr>
          <a:xfrm>
            <a:off x="539999" y="1897372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 Cellular Dataset: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159 raw features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9 semantic groups 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Overall missingness (approximately 26%)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Missingness neither uniform nor random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 Pattern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 Completely at Random (MCAR)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 at Random (MAR)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 Not at Random (MNAR)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3E42ACA-C5F1-D00F-BF99-10282B5653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4553A5EF-C93E-F8BB-C51E-9AC2C9237D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DCE7EAE8-6690-ED14-F97B-D725020738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F5AA4722-A9F6-7C0F-F5DF-A864DEA5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Berlin V2X Dataset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Analysis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B856A94C-E83E-EFED-C38C-68C42403F1B9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A5577C-3865-C81D-CEEC-9EDA33077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548020"/>
              </p:ext>
            </p:extLst>
          </p:nvPr>
        </p:nvGraphicFramePr>
        <p:xfrm>
          <a:off x="5260042" y="1792941"/>
          <a:ext cx="6338047" cy="397869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35495">
                  <a:extLst>
                    <a:ext uri="{9D8B030D-6E8A-4147-A177-3AD203B41FA5}">
                      <a16:colId xmlns:a16="http://schemas.microsoft.com/office/drawing/2014/main" val="3424393240"/>
                    </a:ext>
                  </a:extLst>
                </a:gridCol>
                <a:gridCol w="958017">
                  <a:extLst>
                    <a:ext uri="{9D8B030D-6E8A-4147-A177-3AD203B41FA5}">
                      <a16:colId xmlns:a16="http://schemas.microsoft.com/office/drawing/2014/main" val="1403826140"/>
                    </a:ext>
                  </a:extLst>
                </a:gridCol>
                <a:gridCol w="1336798">
                  <a:extLst>
                    <a:ext uri="{9D8B030D-6E8A-4147-A177-3AD203B41FA5}">
                      <a16:colId xmlns:a16="http://schemas.microsoft.com/office/drawing/2014/main" val="381350803"/>
                    </a:ext>
                  </a:extLst>
                </a:gridCol>
                <a:gridCol w="2307737">
                  <a:extLst>
                    <a:ext uri="{9D8B030D-6E8A-4147-A177-3AD203B41FA5}">
                      <a16:colId xmlns:a16="http://schemas.microsoft.com/office/drawing/2014/main" val="1557104181"/>
                    </a:ext>
                  </a:extLst>
                </a:gridCol>
              </a:tblGrid>
              <a:tr h="3115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Feature Group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#Feature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Avg. Missing %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Examples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694318"/>
                  </a:ext>
                </a:extLst>
              </a:tr>
              <a:tr h="26288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timestamp, </a:t>
                      </a:r>
                      <a:r>
                        <a:rPr lang="en-IN" sz="1200" dirty="0" err="1"/>
                        <a:t>ts_gps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477373"/>
                  </a:ext>
                </a:extLst>
              </a:tr>
              <a:tr h="43813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8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0-5%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device, operator, scenario,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75432"/>
                  </a:ext>
                </a:extLst>
              </a:tr>
              <a:tr h="43813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GPS / Mobility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7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1-2%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Latitude, Longitude, </a:t>
                      </a:r>
                      <a:r>
                        <a:rPr lang="en-US" sz="1200" dirty="0" err="1"/>
                        <a:t>speed_kmh</a:t>
                      </a:r>
                      <a:r>
                        <a:rPr lang="en-US" sz="1200" dirty="0"/>
                        <a:t>, COG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235807"/>
                  </a:ext>
                </a:extLst>
              </a:tr>
              <a:tr h="43813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Weather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1-2%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temperature, humidity, wind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693737"/>
                  </a:ext>
                </a:extLst>
              </a:tr>
              <a:tr h="43813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Traffic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1-2%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Traffic Jam Factor, Traffic 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4444"/>
                  </a:ext>
                </a:extLst>
              </a:tr>
              <a:tr h="43813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Network QoS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10-30%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/>
                        <a:t>datarate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ping_ms</a:t>
                      </a:r>
                      <a:r>
                        <a:rPr lang="en-IN" sz="1200" dirty="0"/>
                        <a:t>, jitter</a:t>
                      </a:r>
                    </a:p>
                    <a:p>
                      <a:pPr algn="ctr"/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113933"/>
                  </a:ext>
                </a:extLst>
              </a:tr>
              <a:tr h="27594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/>
                        <a:t>PCell</a:t>
                      </a:r>
                      <a:r>
                        <a:rPr lang="en-IN" sz="1200" dirty="0"/>
                        <a:t> Signal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5-15%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RSRP, RSRQ, RSSI, SNR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44365"/>
                  </a:ext>
                </a:extLst>
              </a:tr>
              <a:tr h="3736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PCell</a:t>
                      </a:r>
                      <a:r>
                        <a:rPr lang="en-US" sz="1200" dirty="0"/>
                        <a:t> DL / UL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42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5-80%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MCS, RBs, TB Size, Tx Power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967156"/>
                  </a:ext>
                </a:extLst>
              </a:tr>
              <a:tr h="43813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SCell</a:t>
                      </a:r>
                      <a:r>
                        <a:rPr lang="en-US" sz="1200" dirty="0"/>
                        <a:t> Features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53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70-100%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Secondary cell signal and radio data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365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12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2F1453DA-7D26-0181-4BC9-B03D46FA7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83647" y="1908444"/>
            <a:ext cx="534069" cy="534069"/>
          </a:xfrm>
          <a:prstGeom prst="rect">
            <a:avLst/>
          </a:prstGeom>
          <a:noFill/>
        </p:spPr>
      </p:pic>
      <p:sp>
        <p:nvSpPr>
          <p:cNvPr id="19" name="Ellipse 41">
            <a:extLst>
              <a:ext uri="{FF2B5EF4-FFF2-40B4-BE49-F238E27FC236}">
                <a16:creationId xmlns:a16="http://schemas.microsoft.com/office/drawing/2014/main" id="{6DE1F998-2772-1BA6-8D5A-62C289204B72}"/>
              </a:ext>
            </a:extLst>
          </p:cNvPr>
          <p:cNvSpPr/>
          <p:nvPr/>
        </p:nvSpPr>
        <p:spPr>
          <a:xfrm>
            <a:off x="6626831" y="1851628"/>
            <a:ext cx="647700" cy="6477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noProof="0" dirty="0">
              <a:solidFill>
                <a:schemeClr val="bg1"/>
              </a:solidFill>
              <a:latin typeface="Red Hat Text Medium" panose="02010303040201060303" pitchFamily="2" charset="0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B376EE7-C9FC-AAF1-BE5B-B59016FE0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4974" y="1908444"/>
            <a:ext cx="534069" cy="534069"/>
          </a:xfrm>
          <a:prstGeom prst="rect">
            <a:avLst/>
          </a:prstGeom>
          <a:noFill/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BB607171-1DB9-FD06-BDE3-82B1FB7F2DFC}"/>
              </a:ext>
            </a:extLst>
          </p:cNvPr>
          <p:cNvSpPr/>
          <p:nvPr/>
        </p:nvSpPr>
        <p:spPr>
          <a:xfrm>
            <a:off x="6313192" y="1620000"/>
            <a:ext cx="5340101" cy="43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0F8336E-574A-D7EB-C08A-08B616A2EF1B}"/>
              </a:ext>
            </a:extLst>
          </p:cNvPr>
          <p:cNvSpPr txBox="1"/>
          <p:nvPr/>
        </p:nvSpPr>
        <p:spPr>
          <a:xfrm>
            <a:off x="7048466" y="1620000"/>
            <a:ext cx="3869552" cy="1107804"/>
          </a:xfrm>
          <a:prstGeom prst="rect">
            <a:avLst/>
          </a:prstGeom>
          <a:noFill/>
        </p:spPr>
        <p:txBody>
          <a:bodyPr wrap="square" lIns="251999" tIns="0" rIns="360000" bIns="0" rtlCol="0">
            <a:noAutofit/>
          </a:bodyPr>
          <a:lstStyle/>
          <a:p>
            <a:pPr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endParaRPr lang="de-DE" dirty="0">
              <a:solidFill>
                <a:schemeClr val="bg2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1113"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r>
              <a:rPr lang="de-DE" b="1" dirty="0">
                <a:solidFill>
                  <a:schemeClr val="bg2"/>
                </a:solidFill>
                <a:ea typeface="Red Hat Text" panose="02010303040201060303" pitchFamily="2" charset="0"/>
                <a:cs typeface="Red Hat Text" panose="02010303040201060303" pitchFamily="2" charset="0"/>
              </a:rPr>
              <a:t>Feature Engineering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1C0FD18-8154-BCF9-B419-8CEBBF18679F}"/>
              </a:ext>
            </a:extLst>
          </p:cNvPr>
          <p:cNvSpPr/>
          <p:nvPr/>
        </p:nvSpPr>
        <p:spPr>
          <a:xfrm>
            <a:off x="538706" y="1620000"/>
            <a:ext cx="5340101" cy="43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2CDB986-B796-4062-9371-66970A8817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23658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429" imgH="429" progId="TCLayout.ActiveDocument.1">
                  <p:embed/>
                </p:oleObj>
              </mc:Choice>
              <mc:Fallback>
                <p:oleObj name="think-cell Folie" r:id="rId6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liennummernplatzhalter 31">
            <a:extLst>
              <a:ext uri="{FF2B5EF4-FFF2-40B4-BE49-F238E27FC236}">
                <a16:creationId xmlns:a16="http://schemas.microsoft.com/office/drawing/2014/main" id="{9EBD4CD9-F9FB-8D23-C54F-ABAE9E22E4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8636AE4-92CB-2DA4-FEC5-87AD2F75C274}"/>
              </a:ext>
            </a:extLst>
          </p:cNvPr>
          <p:cNvSpPr txBox="1"/>
          <p:nvPr/>
        </p:nvSpPr>
        <p:spPr>
          <a:xfrm>
            <a:off x="525954" y="2665060"/>
            <a:ext cx="5340101" cy="3028944"/>
          </a:xfrm>
          <a:prstGeom prst="rect">
            <a:avLst/>
          </a:prstGeom>
          <a:noFill/>
        </p:spPr>
        <p:txBody>
          <a:bodyPr wrap="square" lIns="360000" tIns="0" rIns="360000" bIns="0" rtlCol="0">
            <a:noAutofit/>
          </a:bodyPr>
          <a:lstStyle/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Row removal: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1.2% of rows removed</a:t>
            </a:r>
          </a:p>
          <a:p>
            <a:pPr lvl="2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sensor initialization periods (no positional context)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type correction: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bandwidth columns 	</a:t>
            </a:r>
          </a:p>
          <a:p>
            <a:pPr lvl="2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text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to numeric format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Feature Removal: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3 </a:t>
            </a:r>
            <a:r>
              <a:rPr lang="en-US" sz="1400" dirty="0" err="1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SCell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features (100% missing)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7 quasi-constant operator IDs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1 redundant weather feature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4 low-variance weather features removed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16B6078-3443-327F-A014-15FACC5FA39E}"/>
              </a:ext>
            </a:extLst>
          </p:cNvPr>
          <p:cNvSpPr txBox="1"/>
          <p:nvPr/>
        </p:nvSpPr>
        <p:spPr>
          <a:xfrm>
            <a:off x="6325944" y="2665060"/>
            <a:ext cx="5340101" cy="3028944"/>
          </a:xfrm>
          <a:prstGeom prst="rect">
            <a:avLst/>
          </a:prstGeom>
          <a:noFill/>
        </p:spPr>
        <p:txBody>
          <a:bodyPr wrap="square" lIns="360000" tIns="0" rIns="360000" bIns="0" rtlCol="0">
            <a:noAutofit/>
          </a:bodyPr>
          <a:lstStyle/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MCS Aggregation: 32 MCS columns </a:t>
            </a:r>
          </a:p>
          <a:p>
            <a:pPr lvl="2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Low (QPSK), Mid (16-QAM), High (64-QAM/256-QAM)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Log Transformation: 13 right-skewed features (</a:t>
            </a:r>
            <a:r>
              <a:rPr lang="en-US" sz="1400" dirty="0" err="1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datarate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, ping, TB Size, RBs)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Normalization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 Value Indicators: Binary flags to encode absence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Categorical Encoding: One-hot encoding (device, area, direction, QoS mode); Binary encoding (operator)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Temporal Features: Hour of day, Day of week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C5E49006-E3A6-E2F4-68FC-0941439C1852}"/>
              </a:ext>
            </a:extLst>
          </p:cNvPr>
          <p:cNvCxnSpPr>
            <a:cxnSpLocks/>
          </p:cNvCxnSpPr>
          <p:nvPr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9B68720C-C1C9-C915-7699-A4F587BCB8B6}"/>
              </a:ext>
            </a:extLst>
          </p:cNvPr>
          <p:cNvSpPr txBox="1"/>
          <p:nvPr/>
        </p:nvSpPr>
        <p:spPr>
          <a:xfrm>
            <a:off x="1261229" y="1620000"/>
            <a:ext cx="3869552" cy="1107804"/>
          </a:xfrm>
          <a:prstGeom prst="rect">
            <a:avLst/>
          </a:prstGeom>
          <a:noFill/>
        </p:spPr>
        <p:txBody>
          <a:bodyPr wrap="square" lIns="251999" tIns="0" rIns="360000" bIns="0" rtlCol="0">
            <a:noAutofit/>
          </a:bodyPr>
          <a:lstStyle/>
          <a:p>
            <a:pPr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endParaRPr lang="de-DE" dirty="0">
              <a:solidFill>
                <a:schemeClr val="bg2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1113"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r>
              <a:rPr lang="de-DE" b="1" dirty="0">
                <a:solidFill>
                  <a:schemeClr val="bg2"/>
                </a:solidFill>
                <a:ea typeface="Red Hat Text" panose="02010303040201060303" pitchFamily="2" charset="0"/>
                <a:cs typeface="Red Hat Text" panose="02010303040201060303" pitchFamily="2" charset="0"/>
              </a:rPr>
              <a:t>Data Cleaning</a:t>
            </a:r>
          </a:p>
        </p:txBody>
      </p:sp>
      <p:sp>
        <p:nvSpPr>
          <p:cNvPr id="14" name="Titel 15">
            <a:extLst>
              <a:ext uri="{FF2B5EF4-FFF2-40B4-BE49-F238E27FC236}">
                <a16:creationId xmlns:a16="http://schemas.microsoft.com/office/drawing/2014/main" id="{7D1932AE-79CE-47BB-3D5D-3891BBE6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60125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Berlin V2X Dataset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Analysis</a:t>
            </a:r>
            <a:endParaRPr lang="de-DE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7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6D011-5EDC-6E30-AE39-B861EBB7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61A64C6-A091-DF52-8737-9E32118CBED4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A7F75A1-3BAE-06F3-FE24-AAB699F4A1A1}"/>
              </a:ext>
            </a:extLst>
          </p:cNvPr>
          <p:cNvSpPr txBox="1"/>
          <p:nvPr/>
        </p:nvSpPr>
        <p:spPr>
          <a:xfrm>
            <a:off x="492001" y="1876667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6897B183-84F7-9563-2605-C04CB40FEB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3E42ACA-C5F1-D00F-BF99-10282B5653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E03C1AAF-D2C4-064E-9045-B593D47DB5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455128-2A23-D557-1FB0-AE5AC91C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Berlin V2X Dataset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Analysis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B73725CE-00A5-7601-546D-E79E5FF55165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83BC25-795B-E638-5FFD-CDC005CA44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1352605"/>
              </p:ext>
            </p:extLst>
          </p:nvPr>
        </p:nvGraphicFramePr>
        <p:xfrm>
          <a:off x="2216247" y="1805817"/>
          <a:ext cx="6475506" cy="4076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95511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C00BF-CDBA-49D9-E33C-DCF93080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3B4C02CA-9B79-A2CF-5A23-EDC6069F9D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6D5743FE-FD1A-470B-1D92-C2FC062B56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1CF8BBEE-9F45-E2DD-F7AC-377AB7448958}"/>
              </a:ext>
            </a:extLst>
          </p:cNvPr>
          <p:cNvSpPr txBox="1">
            <a:spLocks/>
          </p:cNvSpPr>
          <p:nvPr/>
        </p:nvSpPr>
        <p:spPr>
          <a:xfrm>
            <a:off x="4679999" y="539999"/>
            <a:ext cx="6947997" cy="55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600" dirty="0">
                <a:solidFill>
                  <a:srgbClr val="FFFFFF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402CFFB-FD43-DD7A-C1C1-B46E76A1E981}"/>
              </a:ext>
            </a:extLst>
          </p:cNvPr>
          <p:cNvSpPr txBox="1">
            <a:spLocks/>
          </p:cNvSpPr>
          <p:nvPr/>
        </p:nvSpPr>
        <p:spPr>
          <a:xfrm>
            <a:off x="1" y="557999"/>
            <a:ext cx="4348708" cy="55620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da-DK" sz="25000" dirty="0">
                <a:solidFill>
                  <a:schemeClr val="bg2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5458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1E7FA-D6B4-EA37-EA90-0A1FCA24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23C2D286-C165-4674-629D-6C3968B0D351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CA62E49-31C4-9065-1CDE-817F2D10DD28}"/>
              </a:ext>
            </a:extLst>
          </p:cNvPr>
          <p:cNvSpPr txBox="1"/>
          <p:nvPr/>
        </p:nvSpPr>
        <p:spPr>
          <a:xfrm>
            <a:off x="539999" y="1897372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Temporal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Outlier clipping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(0.5th–99.5th percentile) to limit extreme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Feature Scaling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standardized using </a:t>
            </a:r>
            <a:r>
              <a:rPr lang="en-US" sz="1400" dirty="0" err="1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StandardScaler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.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Artificial Masking: 15% of observed values randomly masked in validation and test sets. </a:t>
            </a:r>
          </a:p>
          <a:p>
            <a:pPr lvl="1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Used as ground truth to evaluate imputation accuracy using RMSE and MAE.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79DE3D31-D73A-DE20-C47C-035F01C397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3E42ACA-C5F1-D00F-BF99-10282B5653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9EBA845B-95EC-99D6-24FF-1889F74198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280F27C-BFDA-C39F-297D-EBED73C2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Preparation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8C186EA3-8040-652E-75C1-4AB5A4303F99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08F808-A75D-EAC5-6F16-817981E48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625790"/>
              </p:ext>
            </p:extLst>
          </p:nvPr>
        </p:nvGraphicFramePr>
        <p:xfrm>
          <a:off x="897485" y="2361504"/>
          <a:ext cx="6174534" cy="1569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50276">
                  <a:extLst>
                    <a:ext uri="{9D8B030D-6E8A-4147-A177-3AD203B41FA5}">
                      <a16:colId xmlns:a16="http://schemas.microsoft.com/office/drawing/2014/main" val="4058016833"/>
                    </a:ext>
                  </a:extLst>
                </a:gridCol>
                <a:gridCol w="1902617">
                  <a:extLst>
                    <a:ext uri="{9D8B030D-6E8A-4147-A177-3AD203B41FA5}">
                      <a16:colId xmlns:a16="http://schemas.microsoft.com/office/drawing/2014/main" val="2153051271"/>
                    </a:ext>
                  </a:extLst>
                </a:gridCol>
                <a:gridCol w="3121641">
                  <a:extLst>
                    <a:ext uri="{9D8B030D-6E8A-4147-A177-3AD203B41FA5}">
                      <a16:colId xmlns:a16="http://schemas.microsoft.com/office/drawing/2014/main" val="558513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Split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Proportion</a:t>
                      </a:r>
                    </a:p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Training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12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Training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70% (first in time)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Model parameter learning and scaler 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081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15% (middle)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Hyperparameter tuning and early stopping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93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15% (last in time)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Final performance metrics (RMSE, MAE)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048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09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45054-0F92-67C8-45A5-7ECDB110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72BCB9C4-DD43-2330-BEF1-E39630C52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83647" y="1908444"/>
            <a:ext cx="534069" cy="534069"/>
          </a:xfrm>
          <a:prstGeom prst="rect">
            <a:avLst/>
          </a:prstGeom>
          <a:noFill/>
        </p:spPr>
      </p:pic>
      <p:sp>
        <p:nvSpPr>
          <p:cNvPr id="19" name="Ellipse 41">
            <a:extLst>
              <a:ext uri="{FF2B5EF4-FFF2-40B4-BE49-F238E27FC236}">
                <a16:creationId xmlns:a16="http://schemas.microsoft.com/office/drawing/2014/main" id="{B1DC3BEE-9C2F-A1D7-C691-F62FAED530FE}"/>
              </a:ext>
            </a:extLst>
          </p:cNvPr>
          <p:cNvSpPr/>
          <p:nvPr/>
        </p:nvSpPr>
        <p:spPr>
          <a:xfrm>
            <a:off x="6626831" y="1851628"/>
            <a:ext cx="647700" cy="6477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noProof="0" dirty="0">
              <a:solidFill>
                <a:schemeClr val="bg1"/>
              </a:solidFill>
              <a:latin typeface="Red Hat Text Medium" panose="02010303040201060303" pitchFamily="2" charset="0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67D2C20D-16D6-820F-8D4E-292B00662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4974" y="1908444"/>
            <a:ext cx="534069" cy="534069"/>
          </a:xfrm>
          <a:prstGeom prst="rect">
            <a:avLst/>
          </a:prstGeom>
          <a:noFill/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A84A9ACC-50D0-D26B-9AFF-8EFBEF6DC793}"/>
              </a:ext>
            </a:extLst>
          </p:cNvPr>
          <p:cNvSpPr/>
          <p:nvPr/>
        </p:nvSpPr>
        <p:spPr>
          <a:xfrm>
            <a:off x="6313191" y="1605839"/>
            <a:ext cx="5340101" cy="43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1AD9662-E69F-4D6E-0A38-A32379DBF297}"/>
              </a:ext>
            </a:extLst>
          </p:cNvPr>
          <p:cNvSpPr txBox="1"/>
          <p:nvPr/>
        </p:nvSpPr>
        <p:spPr>
          <a:xfrm>
            <a:off x="7048467" y="1629008"/>
            <a:ext cx="3869552" cy="1107804"/>
          </a:xfrm>
          <a:prstGeom prst="rect">
            <a:avLst/>
          </a:prstGeom>
          <a:noFill/>
        </p:spPr>
        <p:txBody>
          <a:bodyPr wrap="square" lIns="251999" tIns="0" rIns="360000" bIns="0" rtlCol="0">
            <a:noAutofit/>
          </a:bodyPr>
          <a:lstStyle/>
          <a:p>
            <a:pPr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endParaRPr lang="de-DE" dirty="0">
              <a:solidFill>
                <a:schemeClr val="bg2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1113"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r>
              <a:rPr lang="de-DE" b="1" dirty="0">
                <a:solidFill>
                  <a:schemeClr val="bg2"/>
                </a:solidFill>
                <a:ea typeface="Red Hat Text" panose="02010303040201060303" pitchFamily="2" charset="0"/>
                <a:cs typeface="Red Hat Text" panose="02010303040201060303" pitchFamily="2" charset="0"/>
              </a:rPr>
              <a:t>Denoising Autoencoder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FFEA613-4C3F-92BC-2C1E-927CC80EDED5}"/>
              </a:ext>
            </a:extLst>
          </p:cNvPr>
          <p:cNvSpPr/>
          <p:nvPr/>
        </p:nvSpPr>
        <p:spPr>
          <a:xfrm>
            <a:off x="551335" y="1603994"/>
            <a:ext cx="5340101" cy="43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8B7DBED-4F06-94ED-B355-17CCBDB0889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429" imgH="429" progId="TCLayout.ActiveDocument.1">
                  <p:embed/>
                </p:oleObj>
              </mc:Choice>
              <mc:Fallback>
                <p:oleObj name="think-cell Folie" r:id="rId6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liennummernplatzhalter 31">
            <a:extLst>
              <a:ext uri="{FF2B5EF4-FFF2-40B4-BE49-F238E27FC236}">
                <a16:creationId xmlns:a16="http://schemas.microsoft.com/office/drawing/2014/main" id="{1708FB04-EF68-DFB6-A3A3-E1790910E6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0A44DBE-8E9D-CB1D-E52B-C3A18968D257}"/>
              </a:ext>
            </a:extLst>
          </p:cNvPr>
          <p:cNvSpPr txBox="1"/>
          <p:nvPr/>
        </p:nvSpPr>
        <p:spPr>
          <a:xfrm>
            <a:off x="538706" y="2705510"/>
            <a:ext cx="5340101" cy="3028944"/>
          </a:xfrm>
          <a:prstGeom prst="rect">
            <a:avLst/>
          </a:prstGeom>
          <a:noFill/>
        </p:spPr>
        <p:txBody>
          <a:bodyPr wrap="square" lIns="360000" tIns="0" rIns="360000" bIns="0" rtlCol="0">
            <a:noAutofit/>
          </a:bodyPr>
          <a:lstStyle/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For k=5, imputation by calculating mean of 5 similar observed values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Capture cross-feature relationships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Limitation: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Cannot capture temporal dependency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Treat each row independently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5732EC4-D7BB-6A8E-186D-FA99412962B2}"/>
              </a:ext>
            </a:extLst>
          </p:cNvPr>
          <p:cNvSpPr txBox="1"/>
          <p:nvPr/>
        </p:nvSpPr>
        <p:spPr>
          <a:xfrm>
            <a:off x="6313191" y="2705510"/>
            <a:ext cx="5340101" cy="3225978"/>
          </a:xfrm>
          <a:prstGeom prst="rect">
            <a:avLst/>
          </a:prstGeom>
          <a:noFill/>
        </p:spPr>
        <p:txBody>
          <a:bodyPr wrap="square" lIns="360000" tIns="0" rIns="360000" bIns="0" rtlCol="0">
            <a:noAutofit/>
          </a:bodyPr>
          <a:lstStyle/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Neural-network based approach</a:t>
            </a:r>
            <a:b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Fully connected symmetric encoder-decoder</a:t>
            </a:r>
            <a:b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Learns nonlinear cross-feature relationships by reconstructing clean data from corrupted(noisy) input</a:t>
            </a:r>
            <a:b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Limitation: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Limited performance on sequential V2X communication data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Does not explicitly model temporal dependencies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AA83045A-3B92-6947-4483-2598387F2841}"/>
              </a:ext>
            </a:extLst>
          </p:cNvPr>
          <p:cNvCxnSpPr>
            <a:cxnSpLocks/>
          </p:cNvCxnSpPr>
          <p:nvPr/>
        </p:nvCxnSpPr>
        <p:spPr>
          <a:xfrm>
            <a:off x="540000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B18568A6-A68B-7F99-F221-EC1C14624531}"/>
              </a:ext>
            </a:extLst>
          </p:cNvPr>
          <p:cNvSpPr txBox="1"/>
          <p:nvPr/>
        </p:nvSpPr>
        <p:spPr>
          <a:xfrm>
            <a:off x="1273981" y="1597706"/>
            <a:ext cx="3869552" cy="1107804"/>
          </a:xfrm>
          <a:prstGeom prst="rect">
            <a:avLst/>
          </a:prstGeom>
          <a:noFill/>
        </p:spPr>
        <p:txBody>
          <a:bodyPr wrap="square" lIns="251999" tIns="0" rIns="360000" bIns="0" rtlCol="0">
            <a:noAutofit/>
          </a:bodyPr>
          <a:lstStyle/>
          <a:p>
            <a:pPr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endParaRPr lang="de-DE" dirty="0">
              <a:solidFill>
                <a:schemeClr val="bg2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1113" algn="ctr" defTabSz="914400">
              <a:spcBef>
                <a:spcPts val="600"/>
              </a:spcBef>
              <a:spcAft>
                <a:spcPts val="600"/>
              </a:spcAft>
              <a:buSzPct val="100000"/>
              <a:defRPr/>
            </a:pPr>
            <a:r>
              <a:rPr lang="de-DE" b="1" dirty="0">
                <a:solidFill>
                  <a:schemeClr val="bg2"/>
                </a:solidFill>
                <a:ea typeface="Red Hat Text" panose="02010303040201060303" pitchFamily="2" charset="0"/>
                <a:cs typeface="Red Hat Text" panose="02010303040201060303" pitchFamily="2" charset="0"/>
              </a:rPr>
              <a:t>Baseline: KNN Imputation</a:t>
            </a:r>
          </a:p>
        </p:txBody>
      </p:sp>
      <p:sp>
        <p:nvSpPr>
          <p:cNvPr id="14" name="Titel 15">
            <a:extLst>
              <a:ext uri="{FF2B5EF4-FFF2-40B4-BE49-F238E27FC236}">
                <a16:creationId xmlns:a16="http://schemas.microsoft.com/office/drawing/2014/main" id="{43B94366-BBBF-4777-FEA0-AED754E0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60125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62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1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A6A32-3D59-F257-F0F6-C0EC1D19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83B5D353-5F23-37E9-F49D-86808A54D1BD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B3EA63D-EBC1-BA7D-77B2-596EC9C4793F}"/>
              </a:ext>
            </a:extLst>
          </p:cNvPr>
          <p:cNvSpPr txBox="1"/>
          <p:nvPr/>
        </p:nvSpPr>
        <p:spPr>
          <a:xfrm>
            <a:off x="539999" y="1897372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GRU-D (Gated Recurrent Unit with Decay)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RNN based </a:t>
            </a: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extension of traditional GRU model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Ensure Temporal dependency of Sequential Data</a:t>
            </a: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Missingness Mask (Informative Signal)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binary indicator is created for each feature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value (observed or missing) 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Fed directly into the model as an explicit input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Time decay mechanism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 longer a feature has been missing, the less the model relies on its last known value.</a:t>
            </a:r>
          </a:p>
          <a:p>
            <a:pPr marL="120008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GRU-D gradually shift toward the empirical mean as the gap grows.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2"/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7F7CCAA3-D1E5-FCC2-2E41-B4EF331B02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79DE3D31-D73A-DE20-C47C-035F01C397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F0ED2382-E35E-AFB9-4719-CA0FFB9793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02B8C5B4-41A6-FB7B-3FC0-8B706F64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BDD64BA9-CC93-1A7A-66C6-FAE157B53EDB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0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4CE2-70D7-2EC3-B16D-28CE6278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87E4CBCD-A7EB-BE64-C559-3CF523F099DC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5667C68-2337-ECCE-35E9-8BB0156A38FE}"/>
              </a:ext>
            </a:extLst>
          </p:cNvPr>
          <p:cNvSpPr txBox="1"/>
          <p:nvPr/>
        </p:nvSpPr>
        <p:spPr>
          <a:xfrm>
            <a:off x="492001" y="1906337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endParaRPr lang="de-DE" sz="140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9505441B-8558-9651-D56D-8D014AFCFF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9505441B-8558-9651-D56D-8D014AFCFF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B6AA6BDE-C9A7-AF9B-68B5-6EBC359AB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88F67B2-CC58-1DD1-AC65-AC2BC115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 Methods</a:t>
            </a:r>
            <a:endParaRPr lang="de-DE" sz="2000">
              <a:solidFill>
                <a:schemeClr val="bg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959CCF-6509-14C4-2545-8CDF8C2C43A9}"/>
              </a:ext>
            </a:extLst>
          </p:cNvPr>
          <p:cNvSpPr/>
          <p:nvPr/>
        </p:nvSpPr>
        <p:spPr>
          <a:xfrm>
            <a:off x="92541" y="1888481"/>
            <a:ext cx="2275592" cy="323475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90557A-B5D4-7B0A-F4B6-302E8060D6BE}"/>
              </a:ext>
            </a:extLst>
          </p:cNvPr>
          <p:cNvSpPr/>
          <p:nvPr/>
        </p:nvSpPr>
        <p:spPr>
          <a:xfrm>
            <a:off x="341460" y="4224073"/>
            <a:ext cx="1783080" cy="6959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Time Gap </a:t>
            </a:r>
            <a:r>
              <a:rPr lang="en-US" sz="1100" dirty="0">
                <a:solidFill>
                  <a:schemeClr val="tx1"/>
                </a:solidFill>
                <a:cs typeface="Arial"/>
              </a:rPr>
              <a:t>δ(t)</a:t>
            </a:r>
            <a:br>
              <a:rPr lang="en-US" sz="1100" dirty="0">
                <a:solidFill>
                  <a:schemeClr val="tx1"/>
                </a:solidFill>
                <a:cs typeface="Arial"/>
              </a:rPr>
            </a:br>
            <a:r>
              <a:rPr lang="en-US" sz="1100" dirty="0">
                <a:solidFill>
                  <a:schemeClr val="tx1"/>
                </a:solidFill>
                <a:cs typeface="Arial"/>
              </a:rPr>
              <a:t>Time since last observed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5A4352-B1E7-C16F-8B8E-CCF467A344F5}"/>
              </a:ext>
            </a:extLst>
          </p:cNvPr>
          <p:cNvSpPr/>
          <p:nvPr/>
        </p:nvSpPr>
        <p:spPr>
          <a:xfrm>
            <a:off x="346540" y="3279193"/>
            <a:ext cx="1818640" cy="65024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Missingness Mask</a:t>
            </a:r>
            <a:r>
              <a:rPr lang="en-US" sz="1400" dirty="0">
                <a:solidFill>
                  <a:schemeClr val="tx1"/>
                </a:solidFill>
                <a:cs typeface="Arial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/>
              </a:rPr>
              <a:t>(m(t))</a:t>
            </a:r>
            <a:br>
              <a:rPr lang="en-US" sz="1400" dirty="0">
                <a:cs typeface="Arial"/>
              </a:rPr>
            </a:br>
            <a:r>
              <a:rPr lang="en-US" sz="1000" dirty="0">
                <a:solidFill>
                  <a:schemeClr val="tx1"/>
                </a:solidFill>
                <a:cs typeface="Arial"/>
              </a:rPr>
              <a:t>1-observed, 0-missing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927C32-506E-EE96-7E78-20B46D6E4FE7}"/>
              </a:ext>
            </a:extLst>
          </p:cNvPr>
          <p:cNvSpPr/>
          <p:nvPr/>
        </p:nvSpPr>
        <p:spPr>
          <a:xfrm>
            <a:off x="336381" y="2471473"/>
            <a:ext cx="1798320" cy="60960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Feature Values</a:t>
            </a:r>
            <a:r>
              <a:rPr lang="en-US" sz="1200" b="1" dirty="0">
                <a:solidFill>
                  <a:schemeClr val="tx1"/>
                </a:solidFill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cs typeface="Arial"/>
              </a:rPr>
              <a:t>(x(t))</a:t>
            </a:r>
            <a:br>
              <a:rPr lang="en-US" sz="1050" dirty="0">
                <a:solidFill>
                  <a:schemeClr val="tx1"/>
                </a:solidFill>
                <a:cs typeface="Arial"/>
              </a:rPr>
            </a:br>
            <a:r>
              <a:rPr lang="en-US" sz="1050">
                <a:solidFill>
                  <a:schemeClr val="tx1"/>
                </a:solidFill>
                <a:cs typeface="Arial"/>
              </a:rPr>
              <a:t>Input Features</a:t>
            </a:r>
            <a:endParaRPr lang="en-US" sz="105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41C8C0-520B-DB08-C0D9-66793A95B1B6}"/>
              </a:ext>
            </a:extLst>
          </p:cNvPr>
          <p:cNvSpPr/>
          <p:nvPr/>
        </p:nvSpPr>
        <p:spPr>
          <a:xfrm>
            <a:off x="4468659" y="2154275"/>
            <a:ext cx="3961015" cy="25300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AFFE7D-496D-0017-6558-236D06D4D868}"/>
              </a:ext>
            </a:extLst>
          </p:cNvPr>
          <p:cNvSpPr/>
          <p:nvPr/>
        </p:nvSpPr>
        <p:spPr>
          <a:xfrm>
            <a:off x="4918583" y="2848263"/>
            <a:ext cx="1357675" cy="46562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tx1">
                    <a:lumMod val="76000"/>
                  </a:schemeClr>
                </a:solidFill>
                <a:cs typeface="Arial"/>
              </a:rPr>
              <a:t>Update Gate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4FE9A0-8414-768F-B923-2B28D5C21E2A}"/>
              </a:ext>
            </a:extLst>
          </p:cNvPr>
          <p:cNvSpPr/>
          <p:nvPr/>
        </p:nvSpPr>
        <p:spPr>
          <a:xfrm>
            <a:off x="4928364" y="3593905"/>
            <a:ext cx="1357675" cy="46562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Reset Gate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1C3E75-7447-A60E-0AE5-7C6B46DC8805}"/>
              </a:ext>
            </a:extLst>
          </p:cNvPr>
          <p:cNvSpPr/>
          <p:nvPr/>
        </p:nvSpPr>
        <p:spPr>
          <a:xfrm>
            <a:off x="4757580" y="2650996"/>
            <a:ext cx="1699243" cy="160702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C40AC-43FE-21FC-9C3A-E7FC234EF4D1}"/>
              </a:ext>
            </a:extLst>
          </p:cNvPr>
          <p:cNvSpPr/>
          <p:nvPr/>
        </p:nvSpPr>
        <p:spPr>
          <a:xfrm>
            <a:off x="7001979" y="2763509"/>
            <a:ext cx="1057991" cy="130886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tx1">
                    <a:lumMod val="76000"/>
                  </a:schemeClr>
                </a:solidFill>
                <a:cs typeface="Arial"/>
              </a:rPr>
              <a:t>Hidden State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421B6F-2F6C-2F9F-3729-AB1FF3B2B1F8}"/>
              </a:ext>
            </a:extLst>
          </p:cNvPr>
          <p:cNvSpPr/>
          <p:nvPr/>
        </p:nvSpPr>
        <p:spPr>
          <a:xfrm>
            <a:off x="9003227" y="1960256"/>
            <a:ext cx="1625600" cy="280110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D9C059-CCBD-7338-C010-04BEE45C851F}"/>
              </a:ext>
            </a:extLst>
          </p:cNvPr>
          <p:cNvSpPr/>
          <p:nvPr/>
        </p:nvSpPr>
        <p:spPr>
          <a:xfrm rot="16200000">
            <a:off x="10065292" y="3061426"/>
            <a:ext cx="2369588" cy="5987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cs typeface="Arial"/>
              </a:rPr>
              <a:t>Imputed Feature Values</a:t>
            </a:r>
            <a:br>
              <a:rPr lang="en-US" sz="1400" b="1" dirty="0">
                <a:solidFill>
                  <a:srgbClr val="FFFFFF"/>
                </a:solidFill>
                <a:cs typeface="Arial"/>
              </a:rPr>
            </a:br>
            <a:r>
              <a:rPr lang="en-US" sz="1000" b="1" dirty="0">
                <a:solidFill>
                  <a:srgbClr val="FFFFFF"/>
                </a:solidFill>
                <a:cs typeface="Arial"/>
              </a:rPr>
              <a:t>Current timestamp (t)</a:t>
            </a:r>
            <a:endParaRPr lang="en-US" sz="1050" b="1" dirty="0">
              <a:solidFill>
                <a:srgbClr val="FFFFFF"/>
              </a:solidFill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F4DC0C-279B-F7C5-D845-9969FCE65701}"/>
              </a:ext>
            </a:extLst>
          </p:cNvPr>
          <p:cNvCxnSpPr/>
          <p:nvPr/>
        </p:nvCxnSpPr>
        <p:spPr>
          <a:xfrm flipV="1">
            <a:off x="2373779" y="3410338"/>
            <a:ext cx="201922" cy="248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37C09E-66B8-F0BD-4C10-CC910A349062}"/>
              </a:ext>
            </a:extLst>
          </p:cNvPr>
          <p:cNvCxnSpPr>
            <a:cxnSpLocks/>
          </p:cNvCxnSpPr>
          <p:nvPr/>
        </p:nvCxnSpPr>
        <p:spPr>
          <a:xfrm flipV="1">
            <a:off x="6539809" y="3412967"/>
            <a:ext cx="383095" cy="248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B42C0E7-DCDF-4B57-8542-B5451C73168B}"/>
              </a:ext>
            </a:extLst>
          </p:cNvPr>
          <p:cNvSpPr/>
          <p:nvPr/>
        </p:nvSpPr>
        <p:spPr>
          <a:xfrm>
            <a:off x="9138528" y="2407527"/>
            <a:ext cx="1353377" cy="4668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Forward </a:t>
            </a:r>
            <a:r>
              <a:rPr lang="en-US" sz="1200" b="1">
                <a:solidFill>
                  <a:schemeClr val="tx1">
                    <a:lumMod val="76000"/>
                  </a:schemeClr>
                </a:solidFill>
                <a:cs typeface="Arial"/>
              </a:rPr>
              <a:t>Propagation</a:t>
            </a:r>
            <a:endParaRPr lang="en-US" sz="12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01F18B6-7491-3576-F017-557B395BE922}"/>
              </a:ext>
            </a:extLst>
          </p:cNvPr>
          <p:cNvCxnSpPr>
            <a:cxnSpLocks/>
          </p:cNvCxnSpPr>
          <p:nvPr/>
        </p:nvCxnSpPr>
        <p:spPr>
          <a:xfrm flipV="1">
            <a:off x="8447683" y="2458613"/>
            <a:ext cx="568037" cy="993264"/>
          </a:xfrm>
          <a:prstGeom prst="bentConnector3">
            <a:avLst>
              <a:gd name="adj1" fmla="val 44634"/>
            </a:avLst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B598DFE-4E79-AC4E-4359-1A8ACCDCC5F6}"/>
              </a:ext>
            </a:extLst>
          </p:cNvPr>
          <p:cNvSpPr/>
          <p:nvPr/>
        </p:nvSpPr>
        <p:spPr>
          <a:xfrm>
            <a:off x="9138528" y="3100254"/>
            <a:ext cx="1353377" cy="4668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 err="1">
                <a:solidFill>
                  <a:schemeClr val="tx1">
                    <a:lumMod val="76000"/>
                  </a:schemeClr>
                </a:solidFill>
                <a:cs typeface="Arial"/>
              </a:rPr>
              <a:t>ReLU</a:t>
            </a:r>
            <a:r>
              <a:rPr lang="en-US" sz="12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 Activation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4D3C50-7586-03F7-8F05-9867C2087D86}"/>
              </a:ext>
            </a:extLst>
          </p:cNvPr>
          <p:cNvSpPr/>
          <p:nvPr/>
        </p:nvSpPr>
        <p:spPr>
          <a:xfrm>
            <a:off x="9138528" y="3808967"/>
            <a:ext cx="1353377" cy="4668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tx1">
                    <a:lumMod val="76000"/>
                  </a:schemeClr>
                </a:solidFill>
                <a:cs typeface="Arial"/>
              </a:rPr>
              <a:t>Dropout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353DC97-44EF-3539-06CE-A4DAB1BAFF03}"/>
              </a:ext>
            </a:extLst>
          </p:cNvPr>
          <p:cNvCxnSpPr>
            <a:cxnSpLocks/>
          </p:cNvCxnSpPr>
          <p:nvPr/>
        </p:nvCxnSpPr>
        <p:spPr>
          <a:xfrm>
            <a:off x="9796301" y="2869453"/>
            <a:ext cx="4759" cy="24487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A309314-38B5-1E6C-EA71-E721B1F2E11D}"/>
              </a:ext>
            </a:extLst>
          </p:cNvPr>
          <p:cNvCxnSpPr>
            <a:cxnSpLocks/>
          </p:cNvCxnSpPr>
          <p:nvPr/>
        </p:nvCxnSpPr>
        <p:spPr>
          <a:xfrm>
            <a:off x="9769657" y="3562180"/>
            <a:ext cx="4759" cy="24487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FE88D95-3F3F-40B6-743D-F0032EEAF9E4}"/>
              </a:ext>
            </a:extLst>
          </p:cNvPr>
          <p:cNvCxnSpPr>
            <a:cxnSpLocks/>
          </p:cNvCxnSpPr>
          <p:nvPr/>
        </p:nvCxnSpPr>
        <p:spPr>
          <a:xfrm flipV="1">
            <a:off x="10620881" y="3410338"/>
            <a:ext cx="329810" cy="5577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E53570A-848F-B3AF-6812-D1968716C4F8}"/>
              </a:ext>
            </a:extLst>
          </p:cNvPr>
          <p:cNvSpPr/>
          <p:nvPr/>
        </p:nvSpPr>
        <p:spPr>
          <a:xfrm>
            <a:off x="2575701" y="2538580"/>
            <a:ext cx="1705425" cy="17373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AFFB6-E7CC-E30F-E71B-3056ADF9A4FB}"/>
              </a:ext>
            </a:extLst>
          </p:cNvPr>
          <p:cNvSpPr/>
          <p:nvPr/>
        </p:nvSpPr>
        <p:spPr>
          <a:xfrm>
            <a:off x="2771583" y="3174857"/>
            <a:ext cx="1313413" cy="71617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Adjust input and previous </a:t>
            </a:r>
            <a:r>
              <a:rPr lang="en-US" sz="1050" b="1">
                <a:solidFill>
                  <a:schemeClr val="tx1">
                    <a:lumMod val="76000"/>
                  </a:schemeClr>
                </a:solidFill>
                <a:cs typeface="Arial"/>
              </a:rPr>
              <a:t>hidden state</a:t>
            </a:r>
            <a:endParaRPr lang="en-US" sz="105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1208E45-C901-7108-3E72-0F842B0293DB}"/>
              </a:ext>
            </a:extLst>
          </p:cNvPr>
          <p:cNvCxnSpPr>
            <a:cxnSpLocks/>
          </p:cNvCxnSpPr>
          <p:nvPr/>
        </p:nvCxnSpPr>
        <p:spPr>
          <a:xfrm flipV="1">
            <a:off x="4265706" y="3423423"/>
            <a:ext cx="217908" cy="5577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8EE568FF-EB9F-780D-28DB-B38DAD8D821B}"/>
              </a:ext>
            </a:extLst>
          </p:cNvPr>
          <p:cNvSpPr/>
          <p:nvPr/>
        </p:nvSpPr>
        <p:spPr>
          <a:xfrm>
            <a:off x="363025" y="2018536"/>
            <a:ext cx="1766348" cy="305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cs typeface="Arial"/>
              </a:rPr>
              <a:t>Input </a:t>
            </a:r>
            <a:r>
              <a:rPr lang="en-US" sz="1000" b="1" dirty="0">
                <a:solidFill>
                  <a:srgbClr val="FFFFFF"/>
                </a:solidFill>
                <a:cs typeface="Arial"/>
              </a:rPr>
              <a:t>(p</a:t>
            </a:r>
            <a:r>
              <a:rPr lang="en-US" sz="1100" b="1" dirty="0">
                <a:solidFill>
                  <a:srgbClr val="FFFFFF"/>
                </a:solidFill>
                <a:cs typeface="Arial"/>
              </a:rPr>
              <a:t>er timestamp)</a:t>
            </a:r>
            <a:endParaRPr lang="en-US" sz="11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C15DF6-3D05-D2B3-2C29-B81601673154}"/>
              </a:ext>
            </a:extLst>
          </p:cNvPr>
          <p:cNvSpPr/>
          <p:nvPr/>
        </p:nvSpPr>
        <p:spPr>
          <a:xfrm>
            <a:off x="2872828" y="2673962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cs typeface="Arial"/>
              </a:rPr>
              <a:t>Temporal Decay</a:t>
            </a:r>
            <a:endParaRPr lang="en-US" sz="1100" b="1">
              <a:solidFill>
                <a:srgbClr val="FFFFFF"/>
              </a:solidFill>
              <a:cs typeface="Arial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4281489-E8AE-698E-D96E-F6BAD2B08F83}"/>
              </a:ext>
            </a:extLst>
          </p:cNvPr>
          <p:cNvSpPr/>
          <p:nvPr/>
        </p:nvSpPr>
        <p:spPr>
          <a:xfrm>
            <a:off x="5601109" y="2252997"/>
            <a:ext cx="1766348" cy="305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cs typeface="Arial"/>
              </a:rPr>
              <a:t>GRU Cell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B843248-0B43-5761-058D-ACCEE36A603D}"/>
              </a:ext>
            </a:extLst>
          </p:cNvPr>
          <p:cNvSpPr/>
          <p:nvPr/>
        </p:nvSpPr>
        <p:spPr>
          <a:xfrm>
            <a:off x="8846270" y="2002549"/>
            <a:ext cx="1766348" cy="305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cs typeface="Arial"/>
              </a:rPr>
              <a:t>Output Head</a:t>
            </a:r>
          </a:p>
        </p:txBody>
      </p:sp>
      <p:pic>
        <p:nvPicPr>
          <p:cNvPr id="76" name="Graphic 75" descr="Line arrow: Clockwise curve with solid fill">
            <a:extLst>
              <a:ext uri="{FF2B5EF4-FFF2-40B4-BE49-F238E27FC236}">
                <a16:creationId xmlns:a16="http://schemas.microsoft.com/office/drawing/2014/main" id="{A7CDF9DE-4F76-CCB9-5763-9154702339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20000">
            <a:off x="7452630" y="4739833"/>
            <a:ext cx="701255" cy="3868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26C8FF1-7BD9-C40C-9744-CE25B28902D1}"/>
                  </a:ext>
                </a:extLst>
              </p14:cNvPr>
              <p14:cNvContentPartPr/>
              <p14:nvPr/>
            </p14:nvContentPartPr>
            <p14:xfrm>
              <a:off x="7993369" y="4155239"/>
              <a:ext cx="671773" cy="9302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26C8FF1-7BD9-C40C-9744-CE25B28902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5378" y="4137246"/>
                <a:ext cx="707395" cy="965845"/>
              </a:xfrm>
              <a:prstGeom prst="rect">
                <a:avLst/>
              </a:prstGeom>
            </p:spPr>
          </p:pic>
        </mc:Fallback>
      </mc:AlternateContent>
      <p:sp>
        <p:nvSpPr>
          <p:cNvPr id="87" name="Rectangle 86">
            <a:extLst>
              <a:ext uri="{FF2B5EF4-FFF2-40B4-BE49-F238E27FC236}">
                <a16:creationId xmlns:a16="http://schemas.microsoft.com/office/drawing/2014/main" id="{B689CD98-80A6-5F37-285A-1D9F13D949AC}"/>
              </a:ext>
            </a:extLst>
          </p:cNvPr>
          <p:cNvSpPr/>
          <p:nvPr/>
        </p:nvSpPr>
        <p:spPr>
          <a:xfrm>
            <a:off x="7274312" y="5141138"/>
            <a:ext cx="1864216" cy="361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cs typeface="Arial"/>
              </a:rPr>
              <a:t>Hidden state (h(t-1))</a:t>
            </a:r>
            <a:br>
              <a:rPr lang="en-US" sz="1000" b="1" dirty="0">
                <a:cs typeface="Arial"/>
              </a:rPr>
            </a:br>
            <a:r>
              <a:rPr lang="en-US" sz="1000" b="1" dirty="0">
                <a:solidFill>
                  <a:srgbClr val="FFFFFF"/>
                </a:solidFill>
                <a:cs typeface="Arial"/>
              </a:rPr>
              <a:t>feedback previous timestamp</a:t>
            </a:r>
          </a:p>
        </p:txBody>
      </p:sp>
    </p:spTree>
    <p:extLst>
      <p:ext uri="{BB962C8B-B14F-4D97-AF65-F5344CB8AC3E}">
        <p14:creationId xmlns:p14="http://schemas.microsoft.com/office/powerpoint/2010/main" val="278323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14" grpId="0" animBg="1"/>
      <p:bldP spid="2" grpId="0" animBg="1"/>
      <p:bldP spid="18" grpId="0" animBg="1"/>
      <p:bldP spid="19" grpId="0" animBg="1"/>
      <p:bldP spid="20" grpId="0" animBg="1"/>
      <p:bldP spid="22" grpId="0" animBg="1"/>
      <p:bldP spid="21" grpId="0" animBg="1"/>
      <p:bldP spid="5" grpId="0" animBg="1"/>
      <p:bldP spid="6" grpId="0" animBg="1"/>
      <p:bldP spid="24" grpId="0" animBg="1"/>
      <p:bldP spid="45" grpId="0" animBg="1"/>
      <p:bldP spid="46" grpId="0" animBg="1"/>
      <p:bldP spid="53" grpId="0" animBg="1"/>
      <p:bldP spid="56" grpId="0" animBg="1"/>
      <p:bldP spid="62" grpId="0"/>
      <p:bldP spid="64" grpId="0"/>
      <p:bldP spid="65" grpId="0"/>
      <p:bldP spid="66" grpId="0"/>
      <p:bldP spid="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7ABC7-285D-E7F7-AD60-512A5302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379F9AED-BDDF-D7C9-93CE-3C2D180ABDBA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180FAB0-848E-840E-3D9D-5310979E0316}"/>
              </a:ext>
            </a:extLst>
          </p:cNvPr>
          <p:cNvSpPr txBox="1"/>
          <p:nvPr/>
        </p:nvSpPr>
        <p:spPr>
          <a:xfrm>
            <a:off x="539999" y="1897372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de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Evaluation Metrics: RMSE and MAE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GRU-D achieves the best performance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improvement on signal quality features such as RSRQ, SNR, and RSSI where temporal structure is most critical.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432FAF1D-8515-7144-302E-64FD2574D5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7F7CCAA3-D1E5-FCC2-2E41-B4EF331B0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9877B7D2-FF74-4E4B-43A4-0C3B8C737D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64C48794-8050-5516-5685-F39DBFDA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8B69F572-825E-E63F-5A5C-4EA8F222DD9B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D0CAF7-6D9C-06EF-9D26-C9B7F5837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584911"/>
              </p:ext>
            </p:extLst>
          </p:nvPr>
        </p:nvGraphicFramePr>
        <p:xfrm>
          <a:off x="9094949" y="3030218"/>
          <a:ext cx="2399666" cy="1463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4218">
                  <a:extLst>
                    <a:ext uri="{9D8B030D-6E8A-4147-A177-3AD203B41FA5}">
                      <a16:colId xmlns:a16="http://schemas.microsoft.com/office/drawing/2014/main" val="1379180803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459146192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17038847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Model</a:t>
                      </a:r>
                      <a:endParaRPr lang="en-IN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RMSE</a:t>
                      </a:r>
                      <a:endParaRPr lang="en-IN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MAE</a:t>
                      </a:r>
                      <a:endParaRPr lang="en-IN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8159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KNN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14771.35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dk1"/>
                          </a:solidFill>
                        </a:rPr>
                        <a:t>41.12</a:t>
                      </a:r>
                      <a:endParaRPr lang="en-IN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7292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DAE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10.71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2.99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7856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dk1"/>
                          </a:solidFill>
                        </a:rPr>
                        <a:t>GRU-D</a:t>
                      </a:r>
                      <a:endParaRPr lang="en-IN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5.45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</a:rPr>
                        <a:t>1.80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72397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E70361EE-07E1-C69F-90FB-B397166A227D}"/>
              </a:ext>
            </a:extLst>
          </p:cNvPr>
          <p:cNvGrpSpPr/>
          <p:nvPr/>
        </p:nvGrpSpPr>
        <p:grpSpPr>
          <a:xfrm>
            <a:off x="103474" y="2480465"/>
            <a:ext cx="8842296" cy="2541525"/>
            <a:chOff x="77930" y="2696002"/>
            <a:chExt cx="7656289" cy="18671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D576EF-ADB9-A165-7C31-032AB9C49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30" y="2696002"/>
              <a:ext cx="3789181" cy="186715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336AB2F-42BB-A695-25B1-6996D7CD8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5041" y="2696002"/>
              <a:ext cx="3789178" cy="1867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467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9BA36-68CB-C534-7113-5F973B9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3C4502A0-A85A-91F2-B62C-1661B7F61ECD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4CFECC3-FF7C-BF1E-1D21-9082D79DA764}"/>
              </a:ext>
            </a:extLst>
          </p:cNvPr>
          <p:cNvSpPr txBox="1"/>
          <p:nvPr/>
        </p:nvSpPr>
        <p:spPr>
          <a:xfrm>
            <a:off x="522033" y="1907268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 trained GRU-D model was applied to the complete dataset, successfully reconstructing all missing values across continuous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CACA656B-A9E1-62D6-95B6-C2D7F83AEB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432FAF1D-8515-7144-302E-64FD2574D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BB2A0FDE-1B9E-7233-0CE1-D039BAF0E9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0BDCDB66-784B-73A2-3F29-99B68E27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Results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A2D0C1C6-72CE-F3E0-8E5D-719CD84A81BA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4510E6-8BF0-7772-7D0A-8EFE6D809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575280"/>
              </p:ext>
            </p:extLst>
          </p:nvPr>
        </p:nvGraphicFramePr>
        <p:xfrm>
          <a:off x="6624900" y="2801003"/>
          <a:ext cx="3640322" cy="1920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01286">
                  <a:extLst>
                    <a:ext uri="{9D8B030D-6E8A-4147-A177-3AD203B41FA5}">
                      <a16:colId xmlns:a16="http://schemas.microsoft.com/office/drawing/2014/main" val="4294941487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val="2453931348"/>
                    </a:ext>
                  </a:extLst>
                </a:gridCol>
                <a:gridCol w="1121093">
                  <a:extLst>
                    <a:ext uri="{9D8B030D-6E8A-4147-A177-3AD203B41FA5}">
                      <a16:colId xmlns:a16="http://schemas.microsoft.com/office/drawing/2014/main" val="171525553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Feature</a:t>
                      </a:r>
                      <a:endParaRPr lang="en-IN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Missing Before</a:t>
                      </a:r>
                      <a:endParaRPr lang="en-IN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After GRU-D</a:t>
                      </a:r>
                      <a:endParaRPr lang="en-IN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588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Ping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28.16%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785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Datarate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7.65%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792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Jitter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7.65%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8199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PCell_Band</a:t>
                      </a: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_</a:t>
                      </a:r>
                    </a:p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Indicator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6.15%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0%</a:t>
                      </a:r>
                      <a:endParaRPr lang="en-IN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67918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C97187-B126-E348-1167-8AA7D24C7CE6}"/>
              </a:ext>
            </a:extLst>
          </p:cNvPr>
          <p:cNvSpPr/>
          <p:nvPr/>
        </p:nvSpPr>
        <p:spPr>
          <a:xfrm>
            <a:off x="1151876" y="2505936"/>
            <a:ext cx="4944124" cy="278234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u="sng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Key Outcomes:</a:t>
            </a:r>
          </a:p>
          <a:p>
            <a:pPr algn="ctr"/>
            <a:endParaRPr lang="en-US" sz="1600" u="sng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262,254 missing values imputed </a:t>
            </a:r>
          </a:p>
          <a:p>
            <a:pPr lvl="2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training, validation and test sets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Final dataset: 204,942 rows and 72 columns</a:t>
            </a:r>
          </a:p>
          <a:p>
            <a:pPr marL="1200080" lvl="2" indent="-285750">
              <a:buFont typeface="Wingdings" panose="05000000000000000000" pitchFamily="2" charset="2"/>
              <a:buChar char="à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no missing values remaining</a:t>
            </a:r>
          </a:p>
          <a:p>
            <a:pPr marL="1200080" lvl="2" indent="-285750">
              <a:buFont typeface="Wingdings" panose="05000000000000000000" pitchFamily="2" charset="2"/>
              <a:buChar char="à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Completed dataset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input for the synthetic data generation pipeline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9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3A6F3-9EC7-2DAA-7082-733A25CF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6E048E2-0058-C0CF-4C37-AE138FBB2A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9" imgH="429" progId="TCLayout.ActiveDocument.1">
                  <p:embed/>
                </p:oleObj>
              </mc:Choice>
              <mc:Fallback>
                <p:oleObj name="think-cell Folie" r:id="rId3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3B4C02CA-9B79-A2CF-5A23-EDC6069F9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A581DF9A-1DF6-9DA2-22C4-607C8C308E81}"/>
              </a:ext>
            </a:extLst>
          </p:cNvPr>
          <p:cNvSpPr txBox="1">
            <a:spLocks/>
          </p:cNvSpPr>
          <p:nvPr/>
        </p:nvSpPr>
        <p:spPr>
          <a:xfrm>
            <a:off x="4679999" y="539999"/>
            <a:ext cx="6947997" cy="55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600" dirty="0">
                <a:solidFill>
                  <a:srgbClr val="FFFFFF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endParaRPr lang="da-DK" sz="2600" dirty="0">
              <a:solidFill>
                <a:srgbClr val="FFFFFF"/>
              </a:solidFill>
              <a:latin typeface="+mj-lt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0074E3B2-B31A-92CA-78C6-96F50C3472FC}"/>
              </a:ext>
            </a:extLst>
          </p:cNvPr>
          <p:cNvSpPr txBox="1">
            <a:spLocks/>
          </p:cNvSpPr>
          <p:nvPr/>
        </p:nvSpPr>
        <p:spPr>
          <a:xfrm>
            <a:off x="1" y="557999"/>
            <a:ext cx="4348708" cy="55620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2800" b="1" kern="1200" cap="none" baseline="0" dirty="0">
                <a:solidFill>
                  <a:srgbClr val="319AD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da-DK" sz="25000" dirty="0">
                <a:solidFill>
                  <a:schemeClr val="bg2"/>
                </a:solidFill>
                <a:latin typeface="+mj-lt"/>
                <a:ea typeface="Red Hat Text Medium" panose="02010303040201060303" pitchFamily="2" charset="0"/>
                <a:cs typeface="Red Hat Text Medium" panose="02010303040201060303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105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050D7-5143-1315-FEE5-46F3793D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2966C3CB-675C-4EF9-C5DA-10B1FF3B2B5B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EC8C854-1974-0894-1C5D-E3D7B002E1B2}"/>
              </a:ext>
            </a:extLst>
          </p:cNvPr>
          <p:cNvSpPr txBox="1"/>
          <p:nvPr/>
        </p:nvSpPr>
        <p:spPr>
          <a:xfrm>
            <a:off x="492001" y="1808656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During the measurement campaign, all four devices experienced periods of measurement gaps.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Generative model that is able to predict sequences and maintain temporal continuity is required.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1A076570-D55D-DD43-3D3D-398BE1844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ACA656B-A9E1-62D6-95B6-C2D7F83AE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103DC4B6-6FFF-67D1-AC1A-B146A4CBC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0AA49CBA-AFD8-6D20-DEDE-E93A306C2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Purpose of Synthetic Data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65FCAB77-EDCC-00BC-B81C-C97AE1E2FDE7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DEA16A-21BF-50D5-F7A2-100A927A7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892339"/>
              </p:ext>
            </p:extLst>
          </p:nvPr>
        </p:nvGraphicFramePr>
        <p:xfrm>
          <a:off x="425294" y="2427913"/>
          <a:ext cx="11341411" cy="2402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5106">
                  <a:extLst>
                    <a:ext uri="{9D8B030D-6E8A-4147-A177-3AD203B41FA5}">
                      <a16:colId xmlns:a16="http://schemas.microsoft.com/office/drawing/2014/main" val="2307659806"/>
                    </a:ext>
                  </a:extLst>
                </a:gridCol>
                <a:gridCol w="3228774">
                  <a:extLst>
                    <a:ext uri="{9D8B030D-6E8A-4147-A177-3AD203B41FA5}">
                      <a16:colId xmlns:a16="http://schemas.microsoft.com/office/drawing/2014/main" val="385534145"/>
                    </a:ext>
                  </a:extLst>
                </a:gridCol>
                <a:gridCol w="5337531">
                  <a:extLst>
                    <a:ext uri="{9D8B030D-6E8A-4147-A177-3AD203B41FA5}">
                      <a16:colId xmlns:a16="http://schemas.microsoft.com/office/drawing/2014/main" val="3811566839"/>
                    </a:ext>
                  </a:extLst>
                </a:gridCol>
              </a:tblGrid>
              <a:tr h="2402863">
                <a:tc>
                  <a:txBody>
                    <a:bodyPr/>
                    <a:lstStyle/>
                    <a:p>
                      <a:pPr marL="285750" indent="-285750" algn="l" defTabSz="91433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kern="120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33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kern="1200" dirty="0">
                          <a:solidFill>
                            <a:srgbClr val="FFFFFF"/>
                          </a:solidFill>
                          <a:latin typeface="+mn-lt"/>
                          <a:sym typeface="Wingdings" panose="05000000000000000000" pitchFamily="2" charset="2"/>
                        </a:rPr>
                        <a:t> Observed</a:t>
                      </a:r>
                      <a:r>
                        <a:rPr lang="en-IN" sz="1400" kern="1200" dirty="0">
                          <a:solidFill>
                            <a:srgbClr val="FFFFFF"/>
                          </a:solidFill>
                          <a:latin typeface="+mn-lt"/>
                        </a:rPr>
                        <a:t> gaps:</a:t>
                      </a:r>
                    </a:p>
                    <a:p>
                      <a:pPr marL="0" indent="0" algn="l" defTabSz="91433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IN" sz="1400" kern="1200" dirty="0">
                        <a:solidFill>
                          <a:srgbClr val="FFFFFF"/>
                        </a:solidFill>
                        <a:latin typeface="+mn-lt"/>
                      </a:endParaRPr>
                    </a:p>
                    <a:p>
                      <a:pPr marL="285750" indent="-285750" algn="l" defTabSz="91433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IN" sz="1400" kern="120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algn="l" defTabSz="91433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IN" sz="1400" kern="120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6003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08C818-0177-13F4-B29A-7293D01BF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382697"/>
              </p:ext>
            </p:extLst>
          </p:nvPr>
        </p:nvGraphicFramePr>
        <p:xfrm>
          <a:off x="3709539" y="2898137"/>
          <a:ext cx="2410460" cy="1788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3686193826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366527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Device 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Duration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9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pc1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20.2 mins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17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pc1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129.0 mins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061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pc2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11.5 mins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10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pc2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17.7 mins</a:t>
                      </a:r>
                      <a:endParaRPr lang="en-IN" sz="14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037723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57261C-3263-A1FA-DE45-A9AC11C7B6FF}"/>
              </a:ext>
            </a:extLst>
          </p:cNvPr>
          <p:cNvSpPr/>
          <p:nvPr/>
        </p:nvSpPr>
        <p:spPr>
          <a:xfrm>
            <a:off x="539999" y="2233488"/>
            <a:ext cx="2410460" cy="270606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u="sng" dirty="0">
                <a:solidFill>
                  <a:srgbClr val="FFFFFF"/>
                </a:solidFill>
              </a:rPr>
              <a:t>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FFFF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FFFFFF"/>
                </a:solidFill>
              </a:rPr>
              <a:t>Gaps: </a:t>
            </a:r>
          </a:p>
          <a:p>
            <a:r>
              <a:rPr lang="en-US" sz="1200" dirty="0">
                <a:solidFill>
                  <a:srgbClr val="FFFFFF"/>
                </a:solidFill>
              </a:rPr>
              <a:t>      1.3 minutes to 2 hours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rgbClr val="FFFF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FFFFFF"/>
                </a:solidFill>
              </a:rPr>
              <a:t>Standard imputation cannot fill these gaps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rgbClr val="FFFF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FFFFFF"/>
                </a:solidFill>
              </a:rPr>
              <a:t>A generative model</a:t>
            </a:r>
          </a:p>
          <a:p>
            <a:pPr lvl="1"/>
            <a:r>
              <a:rPr lang="en-US" sz="12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rgbClr val="FFFFFF"/>
                </a:solidFill>
              </a:rPr>
              <a:t>reconstruct complete measurement sequences</a:t>
            </a:r>
          </a:p>
          <a:p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2B49A2-E059-E81F-0AFD-BF32FA698447}"/>
              </a:ext>
            </a:extLst>
          </p:cNvPr>
          <p:cNvSpPr/>
          <p:nvPr/>
        </p:nvSpPr>
        <p:spPr>
          <a:xfrm>
            <a:off x="6777318" y="2233488"/>
            <a:ext cx="4498190" cy="27060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u="sng" dirty="0">
                <a:solidFill>
                  <a:srgbClr val="FFFFFF"/>
                </a:solidFill>
              </a:rPr>
              <a:t>The Challenge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FFFF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FFFFFF"/>
                </a:solidFill>
              </a:rPr>
              <a:t>Signal features (RSRP, </a:t>
            </a:r>
            <a:r>
              <a:rPr lang="en-US" sz="1200" dirty="0" err="1">
                <a:solidFill>
                  <a:srgbClr val="FFFFFF"/>
                </a:solidFill>
              </a:rPr>
              <a:t>datarate</a:t>
            </a:r>
            <a:r>
              <a:rPr lang="en-US" sz="1200" dirty="0">
                <a:solidFill>
                  <a:srgbClr val="FFFFFF"/>
                </a:solidFill>
              </a:rPr>
              <a:t>, and ping) exhibit rapid fluctuations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rgbClr val="FFFF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FFFFFF"/>
                </a:solidFill>
              </a:rPr>
              <a:t>The generated sequences must: </a:t>
            </a:r>
          </a:p>
          <a:p>
            <a:pPr marL="742915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</a:rPr>
              <a:t>Replicate behavior of signal features </a:t>
            </a:r>
          </a:p>
          <a:p>
            <a:pPr marL="742915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</a:rPr>
              <a:t>Preserve distribution characteristics </a:t>
            </a:r>
          </a:p>
          <a:p>
            <a:pPr marL="742915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</a:rPr>
              <a:t>Maintain temporal continuity</a:t>
            </a:r>
          </a:p>
          <a:p>
            <a:pPr marL="742957" lvl="1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rgbClr val="FFFFFF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FFFFFF"/>
                </a:solidFill>
              </a:rPr>
              <a:t>A conventional regression model predicts sequences </a:t>
            </a:r>
          </a:p>
          <a:p>
            <a:pPr lvl="1">
              <a:defRPr/>
            </a:pPr>
            <a:r>
              <a:rPr lang="en-US" sz="1200" dirty="0">
                <a:solidFill>
                  <a:srgbClr val="FFFFFF"/>
                </a:solidFill>
                <a:sym typeface="Wingdings" panose="05000000000000000000" pitchFamily="2" charset="2"/>
              </a:rPr>
              <a:t>	 </a:t>
            </a:r>
            <a:r>
              <a:rPr lang="en-US" sz="1200" dirty="0">
                <a:solidFill>
                  <a:srgbClr val="FFFFFF"/>
                </a:solidFill>
              </a:rPr>
              <a:t>overly smooth and regular. </a:t>
            </a: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76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D806C-39D4-5EEA-E47B-BB236B4D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E58467B8-DB98-4662-E2E0-64A74F2AC01B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08824C9-29E3-5E94-8901-7CB0BFED6423}"/>
              </a:ext>
            </a:extLst>
          </p:cNvPr>
          <p:cNvSpPr txBox="1"/>
          <p:nvPr/>
        </p:nvSpPr>
        <p:spPr>
          <a:xfrm>
            <a:off x="492001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Simplest approach to autoregressive sequence generation is to use a LSTM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79B1FE8E-E032-E771-D2D6-FE234118BF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1A076570-D55D-DD43-3D3D-398BE1844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CF92F546-8337-60CB-4453-738740B176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F79D61FF-7DE2-526F-2FF7-6C6375D1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838A8C68-1CDA-1D53-2E68-64B40737BDDA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F581FB-450B-5956-00D3-267072012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633909"/>
              </p:ext>
            </p:extLst>
          </p:nvPr>
        </p:nvGraphicFramePr>
        <p:xfrm>
          <a:off x="1045481" y="2321859"/>
          <a:ext cx="4476779" cy="2976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776128-5903-57EC-26BC-EFA08F314269}"/>
              </a:ext>
            </a:extLst>
          </p:cNvPr>
          <p:cNvSpPr/>
          <p:nvPr/>
        </p:nvSpPr>
        <p:spPr>
          <a:xfrm>
            <a:off x="6335715" y="2303930"/>
            <a:ext cx="4903694" cy="291266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u="sng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Limitation </a:t>
            </a:r>
          </a:p>
          <a:p>
            <a:pPr algn="ctr"/>
            <a:endParaRPr lang="en-US" sz="1600" u="sng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Generating all 38 features from shared hidden state cannot enforce the physical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GPS, cell configuration, signal quality, and QoS are all predicted at the same level. </a:t>
            </a:r>
            <a:b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Produce feature combinations that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cannot represent real-world measurements.</a:t>
            </a:r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04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C0EDB-1162-6119-A98E-776F7154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36D5254-0ED8-5C4A-6BCC-7D32C595FBB2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A699717-2F93-1DA6-9BF4-CAA917073F97}"/>
              </a:ext>
            </a:extLst>
          </p:cNvPr>
          <p:cNvSpPr txBox="1"/>
          <p:nvPr/>
        </p:nvSpPr>
        <p:spPr>
          <a:xfrm>
            <a:off x="539999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The 38 target features are divided into five levels based on their physical dependency structure.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981CFEC0-CE21-FA27-3EB6-530B416F88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79B1FE8E-E032-E771-D2D6-FE234118B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FD88846F-C375-96D9-3974-3255E9E850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520805-B412-28A3-3421-EC2D56E6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6BA4DF43-E566-62C6-E3F8-1D066C85DE97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C38964-DFED-21DF-FC53-E74E00C1B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439599"/>
              </p:ext>
            </p:extLst>
          </p:nvPr>
        </p:nvGraphicFramePr>
        <p:xfrm>
          <a:off x="1458073" y="2270452"/>
          <a:ext cx="6328629" cy="202088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24284">
                  <a:extLst>
                    <a:ext uri="{9D8B030D-6E8A-4147-A177-3AD203B41FA5}">
                      <a16:colId xmlns:a16="http://schemas.microsoft.com/office/drawing/2014/main" val="2169506178"/>
                    </a:ext>
                  </a:extLst>
                </a:gridCol>
                <a:gridCol w="1937067">
                  <a:extLst>
                    <a:ext uri="{9D8B030D-6E8A-4147-A177-3AD203B41FA5}">
                      <a16:colId xmlns:a16="http://schemas.microsoft.com/office/drawing/2014/main" val="3310692576"/>
                    </a:ext>
                  </a:extLst>
                </a:gridCol>
                <a:gridCol w="3767278">
                  <a:extLst>
                    <a:ext uri="{9D8B030D-6E8A-4147-A177-3AD203B41FA5}">
                      <a16:colId xmlns:a16="http://schemas.microsoft.com/office/drawing/2014/main" val="2823212757"/>
                    </a:ext>
                  </a:extLst>
                </a:gridCol>
              </a:tblGrid>
              <a:tr h="368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Level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Description</a:t>
                      </a:r>
                      <a:endParaRPr lang="en-IN" sz="12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Example Features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05804"/>
                  </a:ext>
                </a:extLst>
              </a:tr>
              <a:tr h="21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1a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GPS Position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Latitude, Longitude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245887"/>
                  </a:ext>
                </a:extLst>
              </a:tr>
              <a:tr h="368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1b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Vehicle Mobility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Speed, Heading, Altitude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178114"/>
                  </a:ext>
                </a:extLst>
              </a:tr>
              <a:tr h="21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1c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Environment</a:t>
                      </a:r>
                      <a:endParaRPr lang="en-IN" sz="12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Weather, Traffic</a:t>
                      </a:r>
                      <a:endParaRPr lang="en-IN" sz="12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545910"/>
                  </a:ext>
                </a:extLst>
              </a:tr>
              <a:tr h="368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2a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Cellular Configuration</a:t>
                      </a:r>
                      <a:endParaRPr lang="en-IN" sz="12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Frequency, Bandwidth</a:t>
                      </a:r>
                      <a:endParaRPr lang="en-IN" sz="12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444721"/>
                  </a:ext>
                </a:extLst>
              </a:tr>
              <a:tr h="368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2b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Signal Quality &amp; QoS</a:t>
                      </a:r>
                      <a:endParaRPr lang="en-IN" sz="1200" kern="120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RSRP, SNR, Ping, </a:t>
                      </a:r>
                      <a:r>
                        <a:rPr lang="en-IN" sz="120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Datarate</a:t>
                      </a:r>
                      <a:endParaRPr lang="en-IN" sz="12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166188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FED826B-417B-8361-0865-F74EA769FF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305697"/>
              </p:ext>
            </p:extLst>
          </p:nvPr>
        </p:nvGraphicFramePr>
        <p:xfrm>
          <a:off x="972000" y="4673740"/>
          <a:ext cx="7923786" cy="560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50766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82B4F-424D-FFDB-872E-6DCF4547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D23507E-9FAC-A45A-D36E-2ABE2CA504D5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F02DCC8-F9F3-4829-4B06-57E52968F58C}"/>
              </a:ext>
            </a:extLst>
          </p:cNvPr>
          <p:cNvSpPr txBox="1"/>
          <p:nvPr/>
        </p:nvSpPr>
        <p:spPr>
          <a:xfrm>
            <a:off x="539999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To achieve physical dependency and maintain statistical realism, a generative model that generates sequences resembling real values is required.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Generative Adversarial Network (GAN)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uses a discriminator that penalizes unrealistic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1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GRU-LSTM: Different architectures for generator and discriminator prevent mode collapse.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69DF851D-6DA1-A678-5D00-CC1B550D00C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981CFEC0-CE21-FA27-3EB6-530B416F8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99BC44EF-FC39-CC24-D280-1A319878D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67CF2FF1-BA28-0E51-3FB7-2E93A774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7EE0911B-784D-B584-26F3-C0AA448DF2DB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B1923E-537A-F645-AD5A-51B6AEDB38F7}"/>
              </a:ext>
            </a:extLst>
          </p:cNvPr>
          <p:cNvSpPr/>
          <p:nvPr/>
        </p:nvSpPr>
        <p:spPr>
          <a:xfrm>
            <a:off x="1009140" y="2994210"/>
            <a:ext cx="4671060" cy="1925109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u="sng" dirty="0">
                <a:solidFill>
                  <a:srgbClr val="FFFFFF"/>
                </a:solidFill>
              </a:rPr>
              <a:t>Generator: GRU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Generate sequences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context features and preceding level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Used across all five levels.</a:t>
            </a:r>
          </a:p>
          <a:p>
            <a:pPr algn="ctr"/>
            <a:endParaRPr lang="en-IN" sz="1400" dirty="0">
              <a:solidFill>
                <a:srgbClr val="FFFFFF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D74DB7-E2CB-781E-7B3F-269569041855}"/>
              </a:ext>
            </a:extLst>
          </p:cNvPr>
          <p:cNvSpPr/>
          <p:nvPr/>
        </p:nvSpPr>
        <p:spPr>
          <a:xfrm>
            <a:off x="6149341" y="2994210"/>
            <a:ext cx="4671060" cy="1925109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u="sng" dirty="0">
                <a:solidFill>
                  <a:srgbClr val="FFFFFF"/>
                </a:solidFill>
              </a:rPr>
              <a:t>Discriminator: LSTM</a:t>
            </a:r>
          </a:p>
          <a:p>
            <a:pPr algn="ctr"/>
            <a:endParaRPr lang="de-DE" sz="1600" u="sng" dirty="0">
              <a:solidFill>
                <a:srgbClr val="FFFF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Evaluates whether a sequence is real or generated</a:t>
            </a:r>
          </a:p>
          <a:p>
            <a:pPr marL="74291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Output: a real or fake score by comparing to real data</a:t>
            </a:r>
          </a:p>
          <a:p>
            <a:pPr algn="ctr"/>
            <a:endParaRPr lang="en-IN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42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8139-8701-1299-6573-EE7EB9DC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39137EF7-93DC-E404-5C47-FF2490D29B78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E5F5E08-4D6D-C7AA-FD66-7BB064250F8C}"/>
              </a:ext>
            </a:extLst>
          </p:cNvPr>
          <p:cNvSpPr txBox="1"/>
          <p:nvPr/>
        </p:nvSpPr>
        <p:spPr>
          <a:xfrm>
            <a:off x="559277" y="1995148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3380FD5-4C9B-582A-EF24-A0674D0581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3380FD5-4C9B-582A-EF24-A0674D0581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28ACFDF0-80C7-4220-24B5-F16D6CCA65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EA5DDEC-7D38-C345-1A93-BB583AB2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 Methods- Training Process</a:t>
            </a:r>
            <a:endParaRPr lang="de-DE" sz="2000" dirty="0">
              <a:solidFill>
                <a:schemeClr val="bg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84C4B4-0422-8F0C-ABD3-11A68A3B5238}"/>
              </a:ext>
            </a:extLst>
          </p:cNvPr>
          <p:cNvSpPr/>
          <p:nvPr/>
        </p:nvSpPr>
        <p:spPr>
          <a:xfrm>
            <a:off x="123021" y="2462521"/>
            <a:ext cx="1554232" cy="174631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28DE8-E7CC-D5DB-ED87-49C4DAF3C92D}"/>
              </a:ext>
            </a:extLst>
          </p:cNvPr>
          <p:cNvSpPr/>
          <p:nvPr/>
        </p:nvSpPr>
        <p:spPr>
          <a:xfrm>
            <a:off x="239861" y="2989633"/>
            <a:ext cx="1270000" cy="4673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Seed Window: </a:t>
            </a:r>
          </a:p>
          <a:p>
            <a:pPr algn="ctr"/>
            <a:r>
              <a:rPr lang="en-US" sz="10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20 real timestamp </a:t>
            </a:r>
            <a:endParaRPr lang="en-US" sz="1100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7A7271-01CA-5D6E-8D46-A5551A22D7C3}"/>
              </a:ext>
            </a:extLst>
          </p:cNvPr>
          <p:cNvSpPr/>
          <p:nvPr/>
        </p:nvSpPr>
        <p:spPr>
          <a:xfrm>
            <a:off x="1911892" y="4905466"/>
            <a:ext cx="8231908" cy="5987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cs typeface="Arial"/>
              </a:rPr>
              <a:t>Model parameters from each Level</a:t>
            </a:r>
            <a:endParaRPr lang="en-US" sz="1000" b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34332BF-CC25-6913-FF1A-1146517A2D30}"/>
              </a:ext>
            </a:extLst>
          </p:cNvPr>
          <p:cNvSpPr/>
          <p:nvPr/>
        </p:nvSpPr>
        <p:spPr>
          <a:xfrm>
            <a:off x="1905141" y="2005180"/>
            <a:ext cx="1486985" cy="188471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502BF0-77E2-6423-A2DF-9CB1FA405910}"/>
              </a:ext>
            </a:extLst>
          </p:cNvPr>
          <p:cNvSpPr/>
          <p:nvPr/>
        </p:nvSpPr>
        <p:spPr>
          <a:xfrm>
            <a:off x="1994343" y="2392537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2427E6F-30A3-CA1F-A3F1-F656BB5A14DF}"/>
              </a:ext>
            </a:extLst>
          </p:cNvPr>
          <p:cNvSpPr/>
          <p:nvPr/>
        </p:nvSpPr>
        <p:spPr>
          <a:xfrm>
            <a:off x="322385" y="2597656"/>
            <a:ext cx="1243108" cy="234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cs typeface="Arial"/>
              </a:rPr>
              <a:t>Input</a:t>
            </a:r>
            <a:r>
              <a:rPr lang="en-US" sz="1050" b="1" dirty="0">
                <a:solidFill>
                  <a:srgbClr val="FFFFFF"/>
                </a:solidFill>
                <a:cs typeface="Arial"/>
              </a:rPr>
              <a:t> </a:t>
            </a:r>
            <a:endParaRPr lang="en-US" sz="1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BA6B81-C9B3-9ED3-499D-1E514DF5CA22}"/>
              </a:ext>
            </a:extLst>
          </p:cNvPr>
          <p:cNvSpPr/>
          <p:nvPr/>
        </p:nvSpPr>
        <p:spPr>
          <a:xfrm>
            <a:off x="2044788" y="2105002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cs typeface="Arial"/>
              </a:rPr>
              <a:t>Level 1a- GPS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62083E9-1A43-AF8B-74DF-40D1B032CEED}"/>
              </a:ext>
            </a:extLst>
          </p:cNvPr>
          <p:cNvSpPr/>
          <p:nvPr/>
        </p:nvSpPr>
        <p:spPr>
          <a:xfrm>
            <a:off x="1987271" y="289012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Base Context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C0254BA-E69D-DB1D-B482-B87FA5708BF7}"/>
              </a:ext>
            </a:extLst>
          </p:cNvPr>
          <p:cNvSpPr/>
          <p:nvPr/>
        </p:nvSpPr>
        <p:spPr>
          <a:xfrm>
            <a:off x="1994342" y="33882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6000"/>
                  </a:schemeClr>
                </a:solidFill>
              </a:rPr>
              <a:t> Output L1a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69BCF03-9837-8E1F-04AB-B2F040DE1753}"/>
              </a:ext>
            </a:extLst>
          </p:cNvPr>
          <p:cNvSpPr/>
          <p:nvPr/>
        </p:nvSpPr>
        <p:spPr>
          <a:xfrm>
            <a:off x="239860" y="3528112"/>
            <a:ext cx="1270000" cy="4673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Base Context Features</a:t>
            </a:r>
            <a:br>
              <a:rPr lang="en-US" sz="900" b="1" dirty="0">
                <a:cs typeface="Arial"/>
              </a:rPr>
            </a:br>
            <a:r>
              <a:rPr lang="en-US" sz="700" b="1" dirty="0">
                <a:solidFill>
                  <a:schemeClr val="tx1">
                    <a:lumMod val="76000"/>
                  </a:schemeClr>
                </a:solidFill>
                <a:ea typeface="+mn-lt"/>
                <a:cs typeface="+mn-lt"/>
              </a:rPr>
              <a:t>(device, hour, day, direction, operator )</a:t>
            </a:r>
            <a:endParaRPr lang="en-US" sz="700" b="1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456595D-E706-1614-17FF-9B617ECC2066}"/>
              </a:ext>
            </a:extLst>
          </p:cNvPr>
          <p:cNvSpPr/>
          <p:nvPr/>
        </p:nvSpPr>
        <p:spPr>
          <a:xfrm>
            <a:off x="3525661" y="2050899"/>
            <a:ext cx="1492065" cy="18491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AA77886-2151-F990-6B8C-401A186B4D58}"/>
              </a:ext>
            </a:extLst>
          </p:cNvPr>
          <p:cNvSpPr/>
          <p:nvPr/>
        </p:nvSpPr>
        <p:spPr>
          <a:xfrm>
            <a:off x="3619942" y="241793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BDBCAF9-341E-CB2E-9EC3-C8157C3BF398}"/>
              </a:ext>
            </a:extLst>
          </p:cNvPr>
          <p:cNvSpPr/>
          <p:nvPr/>
        </p:nvSpPr>
        <p:spPr>
          <a:xfrm>
            <a:off x="3670387" y="2130401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cs typeface="Arial"/>
              </a:rPr>
              <a:t>Level 1b- Mobility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7F76F37-2096-9872-7973-3A3F4537B578}"/>
              </a:ext>
            </a:extLst>
          </p:cNvPr>
          <p:cNvSpPr/>
          <p:nvPr/>
        </p:nvSpPr>
        <p:spPr>
          <a:xfrm>
            <a:off x="3619942" y="29056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Base Context 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0CC2FC6A-5F18-1B87-9B0B-1D557C7181A3}"/>
              </a:ext>
            </a:extLst>
          </p:cNvPr>
          <p:cNvSpPr/>
          <p:nvPr/>
        </p:nvSpPr>
        <p:spPr>
          <a:xfrm>
            <a:off x="3619942" y="34136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</a:rPr>
              <a:t>Output L1b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CA99F945-1255-4AAE-AB53-0D8E4F379967}"/>
              </a:ext>
            </a:extLst>
          </p:cNvPr>
          <p:cNvSpPr/>
          <p:nvPr/>
        </p:nvSpPr>
        <p:spPr>
          <a:xfrm>
            <a:off x="5125861" y="2045819"/>
            <a:ext cx="1492065" cy="18948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76C642D-FF76-181F-A790-6C83BC714981}"/>
              </a:ext>
            </a:extLst>
          </p:cNvPr>
          <p:cNvSpPr/>
          <p:nvPr/>
        </p:nvSpPr>
        <p:spPr>
          <a:xfrm>
            <a:off x="5220142" y="244333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5175265-79ED-EA48-1A26-093B6631C8ED}"/>
              </a:ext>
            </a:extLst>
          </p:cNvPr>
          <p:cNvSpPr/>
          <p:nvPr/>
        </p:nvSpPr>
        <p:spPr>
          <a:xfrm>
            <a:off x="5219787" y="2140561"/>
            <a:ext cx="1288616" cy="27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cs typeface="Arial"/>
              </a:rPr>
              <a:t>Level 1c- </a:t>
            </a:r>
            <a:r>
              <a:rPr lang="en-US" sz="1000" b="1" dirty="0">
                <a:solidFill>
                  <a:srgbClr val="FFFFFF"/>
                </a:solidFill>
                <a:cs typeface="Arial"/>
              </a:rPr>
              <a:t>Environment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FD93365-5361-8310-1A27-5CD8E870D2F8}"/>
              </a:ext>
            </a:extLst>
          </p:cNvPr>
          <p:cNvSpPr/>
          <p:nvPr/>
        </p:nvSpPr>
        <p:spPr>
          <a:xfrm>
            <a:off x="5220142" y="29310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L1b + Base Context 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4F5EF3C-4E25-3A77-5934-9ACDC7282A9C}"/>
              </a:ext>
            </a:extLst>
          </p:cNvPr>
          <p:cNvSpPr/>
          <p:nvPr/>
        </p:nvSpPr>
        <p:spPr>
          <a:xfrm>
            <a:off x="5220142" y="34390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</a:rPr>
              <a:t>Output L1c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0A5012B-BDCA-8B63-A69F-F7C452967A68}"/>
              </a:ext>
            </a:extLst>
          </p:cNvPr>
          <p:cNvSpPr/>
          <p:nvPr/>
        </p:nvSpPr>
        <p:spPr>
          <a:xfrm>
            <a:off x="6715901" y="2045819"/>
            <a:ext cx="1492065" cy="18948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FC841B2-0E76-7714-A0C1-671ECD71BC88}"/>
              </a:ext>
            </a:extLst>
          </p:cNvPr>
          <p:cNvSpPr/>
          <p:nvPr/>
        </p:nvSpPr>
        <p:spPr>
          <a:xfrm>
            <a:off x="6810182" y="246365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017ADA5-4EC7-2771-8470-B416DB66BB43}"/>
              </a:ext>
            </a:extLst>
          </p:cNvPr>
          <p:cNvSpPr/>
          <p:nvPr/>
        </p:nvSpPr>
        <p:spPr>
          <a:xfrm>
            <a:off x="6819987" y="2186281"/>
            <a:ext cx="1293696" cy="205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cs typeface="Arial"/>
              </a:rPr>
              <a:t>Level 2a- Cell Config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A8196EE-3938-1F31-486C-ED4F9C141781}"/>
              </a:ext>
            </a:extLst>
          </p:cNvPr>
          <p:cNvSpPr/>
          <p:nvPr/>
        </p:nvSpPr>
        <p:spPr>
          <a:xfrm>
            <a:off x="6810182" y="295133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L1b +</a:t>
            </a:r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  <a:sym typeface="Wingdings" panose="05000000000000000000" pitchFamily="2" charset="2"/>
              </a:rPr>
              <a:t> </a:t>
            </a:r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L1c + Base Context 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B6ECB35-0986-53EA-3BEC-7D4C1B8D8218}"/>
              </a:ext>
            </a:extLst>
          </p:cNvPr>
          <p:cNvSpPr/>
          <p:nvPr/>
        </p:nvSpPr>
        <p:spPr>
          <a:xfrm>
            <a:off x="6810182" y="345933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</a:rPr>
              <a:t>Output L2a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9028D610-9583-89F2-4C50-3077B2AFD016}"/>
              </a:ext>
            </a:extLst>
          </p:cNvPr>
          <p:cNvSpPr/>
          <p:nvPr/>
        </p:nvSpPr>
        <p:spPr>
          <a:xfrm>
            <a:off x="8361821" y="2050899"/>
            <a:ext cx="1492065" cy="18948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341C2F6-71F6-0C55-26F4-26E8EAE198A4}"/>
              </a:ext>
            </a:extLst>
          </p:cNvPr>
          <p:cNvSpPr/>
          <p:nvPr/>
        </p:nvSpPr>
        <p:spPr>
          <a:xfrm>
            <a:off x="8456102" y="246873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294A7FE-DC33-D61E-2C4A-0D72F3F80DBD}"/>
              </a:ext>
            </a:extLst>
          </p:cNvPr>
          <p:cNvSpPr/>
          <p:nvPr/>
        </p:nvSpPr>
        <p:spPr>
          <a:xfrm>
            <a:off x="8501467" y="2201521"/>
            <a:ext cx="1217496" cy="24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cs typeface="Arial"/>
              </a:rPr>
              <a:t>Level 2b – Signal &amp; </a:t>
            </a:r>
            <a:r>
              <a:rPr lang="en-US" sz="1000" b="1">
                <a:solidFill>
                  <a:srgbClr val="FFFFFF"/>
                </a:solidFill>
                <a:cs typeface="Arial"/>
              </a:rPr>
              <a:t>QoS</a:t>
            </a:r>
            <a:endParaRPr lang="en-US" sz="1000" b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9BA02FE-04BA-C69F-89CC-ACE16301A253}"/>
              </a:ext>
            </a:extLst>
          </p:cNvPr>
          <p:cNvSpPr/>
          <p:nvPr/>
        </p:nvSpPr>
        <p:spPr>
          <a:xfrm>
            <a:off x="8456102" y="29564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L1b + L1c + L2a + Base Context 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5BE658B-0598-2C6B-8FF8-38F05B8B0712}"/>
              </a:ext>
            </a:extLst>
          </p:cNvPr>
          <p:cNvSpPr/>
          <p:nvPr/>
        </p:nvSpPr>
        <p:spPr>
          <a:xfrm>
            <a:off x="8456102" y="34644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Adversarial Training- GAN</a:t>
            </a:r>
            <a:endParaRPr lang="en-US" sz="8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41F36624-6AE2-064A-0B09-AED4C0404D26}"/>
              </a:ext>
            </a:extLst>
          </p:cNvPr>
          <p:cNvSpPr/>
          <p:nvPr/>
        </p:nvSpPr>
        <p:spPr>
          <a:xfrm>
            <a:off x="10500501" y="2624939"/>
            <a:ext cx="1131385" cy="12649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750F6A5-2547-12BB-33A6-57BFB6B3163F}"/>
              </a:ext>
            </a:extLst>
          </p:cNvPr>
          <p:cNvSpPr/>
          <p:nvPr/>
        </p:nvSpPr>
        <p:spPr>
          <a:xfrm>
            <a:off x="10482667" y="2419961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b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7999C2B-CEC0-F8E1-1030-92A9096CBD75}"/>
              </a:ext>
            </a:extLst>
          </p:cNvPr>
          <p:cNvSpPr txBox="1"/>
          <p:nvPr/>
        </p:nvSpPr>
        <p:spPr>
          <a:xfrm>
            <a:off x="10583357" y="3074902"/>
            <a:ext cx="988238" cy="3254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1000" b="1" dirty="0">
                <a:solidFill>
                  <a:srgbClr val="FFFFFF"/>
                </a:solidFill>
                <a:cs typeface="Arial"/>
              </a:rPr>
              <a:t>LSTM Discriminator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AD09A0C-8C49-56D8-E76E-3A48D6F4CC6A}"/>
              </a:ext>
            </a:extLst>
          </p:cNvPr>
          <p:cNvSpPr/>
          <p:nvPr/>
        </p:nvSpPr>
        <p:spPr>
          <a:xfrm>
            <a:off x="10244262" y="1813416"/>
            <a:ext cx="1313413" cy="3758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282827"/>
                </a:solidFill>
                <a:cs typeface="Arial"/>
              </a:rPr>
              <a:t>Real Dataset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9FD6997-1F9A-367A-5B3C-9D37C3067C82}"/>
              </a:ext>
            </a:extLst>
          </p:cNvPr>
          <p:cNvCxnSpPr/>
          <p:nvPr/>
        </p:nvCxnSpPr>
        <p:spPr>
          <a:xfrm>
            <a:off x="10927080" y="2230120"/>
            <a:ext cx="5080" cy="35052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693A939-D01F-17D1-E260-7192EC8C67D5}"/>
              </a:ext>
            </a:extLst>
          </p:cNvPr>
          <p:cNvCxnSpPr>
            <a:cxnSpLocks/>
          </p:cNvCxnSpPr>
          <p:nvPr/>
        </p:nvCxnSpPr>
        <p:spPr>
          <a:xfrm flipV="1">
            <a:off x="9860280" y="2895600"/>
            <a:ext cx="640080" cy="101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63E560C-4E14-C474-2551-085D85ACE4EF}"/>
              </a:ext>
            </a:extLst>
          </p:cNvPr>
          <p:cNvCxnSpPr/>
          <p:nvPr/>
        </p:nvCxnSpPr>
        <p:spPr>
          <a:xfrm flipV="1">
            <a:off x="955040" y="1788160"/>
            <a:ext cx="10160" cy="64008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1289C51-819D-E322-5A28-41B376DA4665}"/>
              </a:ext>
            </a:extLst>
          </p:cNvPr>
          <p:cNvCxnSpPr>
            <a:cxnSpLocks/>
          </p:cNvCxnSpPr>
          <p:nvPr/>
        </p:nvCxnSpPr>
        <p:spPr>
          <a:xfrm>
            <a:off x="965200" y="1777999"/>
            <a:ext cx="1656078" cy="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167B1D8-082D-9C93-BCFE-47D7D4795DD4}"/>
              </a:ext>
            </a:extLst>
          </p:cNvPr>
          <p:cNvCxnSpPr>
            <a:cxnSpLocks/>
          </p:cNvCxnSpPr>
          <p:nvPr/>
        </p:nvCxnSpPr>
        <p:spPr>
          <a:xfrm>
            <a:off x="9079726" y="1770380"/>
            <a:ext cx="8394" cy="2514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C2D8D5A-13C0-1D5E-B594-ACF5D633E9E5}"/>
              </a:ext>
            </a:extLst>
          </p:cNvPr>
          <p:cNvCxnSpPr>
            <a:cxnSpLocks/>
          </p:cNvCxnSpPr>
          <p:nvPr/>
        </p:nvCxnSpPr>
        <p:spPr>
          <a:xfrm>
            <a:off x="7457439" y="1772920"/>
            <a:ext cx="5080" cy="2641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D2B8FD60-4E9A-0AF0-209D-5130E97509B9}"/>
              </a:ext>
            </a:extLst>
          </p:cNvPr>
          <p:cNvCxnSpPr>
            <a:cxnSpLocks/>
          </p:cNvCxnSpPr>
          <p:nvPr/>
        </p:nvCxnSpPr>
        <p:spPr>
          <a:xfrm>
            <a:off x="5831838" y="1762760"/>
            <a:ext cx="5080" cy="2641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10603E0-608C-D563-1C73-901D8728730D}"/>
              </a:ext>
            </a:extLst>
          </p:cNvPr>
          <p:cNvCxnSpPr>
            <a:cxnSpLocks/>
          </p:cNvCxnSpPr>
          <p:nvPr/>
        </p:nvCxnSpPr>
        <p:spPr>
          <a:xfrm>
            <a:off x="4241798" y="1762760"/>
            <a:ext cx="5080" cy="2641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B41ED0BA-8972-6D86-045C-188061A72896}"/>
              </a:ext>
            </a:extLst>
          </p:cNvPr>
          <p:cNvCxnSpPr>
            <a:cxnSpLocks/>
          </p:cNvCxnSpPr>
          <p:nvPr/>
        </p:nvCxnSpPr>
        <p:spPr>
          <a:xfrm>
            <a:off x="2621278" y="1762760"/>
            <a:ext cx="5080" cy="2641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20B06087-3703-5F98-A4BB-A0CFC832144B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4271693" y="3900055"/>
            <a:ext cx="1" cy="971663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C9435CA-04D7-6DD3-1F6C-C38D40DAB798}"/>
              </a:ext>
            </a:extLst>
          </p:cNvPr>
          <p:cNvCxnSpPr>
            <a:cxnSpLocks/>
          </p:cNvCxnSpPr>
          <p:nvPr/>
        </p:nvCxnSpPr>
        <p:spPr>
          <a:xfrm>
            <a:off x="5836918" y="3952239"/>
            <a:ext cx="12408" cy="948147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31C43AB-EA56-FBCE-3535-3A8C064327BC}"/>
              </a:ext>
            </a:extLst>
          </p:cNvPr>
          <p:cNvCxnSpPr>
            <a:cxnSpLocks/>
          </p:cNvCxnSpPr>
          <p:nvPr/>
        </p:nvCxnSpPr>
        <p:spPr>
          <a:xfrm>
            <a:off x="7437118" y="3942078"/>
            <a:ext cx="0" cy="958308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4B16025-1D7D-AF79-8640-FAEE2CC941E5}"/>
              </a:ext>
            </a:extLst>
          </p:cNvPr>
          <p:cNvCxnSpPr>
            <a:cxnSpLocks/>
            <a:stCxn id="143" idx="2"/>
          </p:cNvCxnSpPr>
          <p:nvPr/>
        </p:nvCxnSpPr>
        <p:spPr>
          <a:xfrm>
            <a:off x="9107854" y="3945775"/>
            <a:ext cx="0" cy="964771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740D4FB-4B75-6DA1-BD1A-5ACCDCFE0D23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2643977" y="3889896"/>
            <a:ext cx="4657" cy="101557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00C360-B2F5-9E14-1501-997066F00CDF}"/>
              </a:ext>
            </a:extLst>
          </p:cNvPr>
          <p:cNvCxnSpPr>
            <a:cxnSpLocks/>
          </p:cNvCxnSpPr>
          <p:nvPr/>
        </p:nvCxnSpPr>
        <p:spPr>
          <a:xfrm flipH="1" flipV="1">
            <a:off x="9916160" y="3571239"/>
            <a:ext cx="508000" cy="5080"/>
          </a:xfrm>
          <a:prstGeom prst="straightConnector1">
            <a:avLst/>
          </a:prstGeom>
          <a:ln w="28575">
            <a:solidFill>
              <a:srgbClr val="FFFF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33901033-479D-D8A9-3001-56865FB0A5C6}"/>
              </a:ext>
            </a:extLst>
          </p:cNvPr>
          <p:cNvSpPr txBox="1"/>
          <p:nvPr/>
        </p:nvSpPr>
        <p:spPr>
          <a:xfrm>
            <a:off x="9714676" y="2404342"/>
            <a:ext cx="988238" cy="3254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1000" b="1" dirty="0">
                <a:solidFill>
                  <a:srgbClr val="FFFFFF"/>
                </a:solidFill>
                <a:cs typeface="Arial"/>
              </a:rPr>
              <a:t>Generated Sequence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EEEFD10-6AD9-BA10-0F95-D28DA1761FC4}"/>
              </a:ext>
            </a:extLst>
          </p:cNvPr>
          <p:cNvSpPr txBox="1"/>
          <p:nvPr/>
        </p:nvSpPr>
        <p:spPr>
          <a:xfrm>
            <a:off x="9714676" y="3735302"/>
            <a:ext cx="988238" cy="3254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1000" b="1" dirty="0">
                <a:solidFill>
                  <a:srgbClr val="FFFFFF"/>
                </a:solidFill>
                <a:cs typeface="Arial"/>
              </a:rPr>
              <a:t> Feedback</a:t>
            </a:r>
            <a:br>
              <a:rPr lang="en-US" sz="1000" b="1" dirty="0">
                <a:solidFill>
                  <a:srgbClr val="FFFFFF"/>
                </a:solidFill>
                <a:cs typeface="Arial"/>
              </a:rPr>
            </a:br>
            <a:r>
              <a:rPr lang="en-US" sz="1000" b="1" dirty="0">
                <a:solidFill>
                  <a:srgbClr val="FFFFFF"/>
                </a:solidFill>
                <a:cs typeface="Arial"/>
              </a:rPr>
              <a:t>(Real or fake)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B22DD9-EDA1-D195-492B-3BB4BD2DA879}"/>
              </a:ext>
            </a:extLst>
          </p:cNvPr>
          <p:cNvCxnSpPr>
            <a:cxnSpLocks/>
          </p:cNvCxnSpPr>
          <p:nvPr/>
        </p:nvCxnSpPr>
        <p:spPr>
          <a:xfrm flipV="1">
            <a:off x="2621278" y="1767840"/>
            <a:ext cx="1620520" cy="508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AAF20E-DD9C-E8B4-BBAA-AF69324D5643}"/>
              </a:ext>
            </a:extLst>
          </p:cNvPr>
          <p:cNvCxnSpPr>
            <a:cxnSpLocks/>
          </p:cNvCxnSpPr>
          <p:nvPr/>
        </p:nvCxnSpPr>
        <p:spPr>
          <a:xfrm>
            <a:off x="4241798" y="1770380"/>
            <a:ext cx="1592580" cy="5079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7AFAE0-6101-A119-240C-D254CDAA4AF6}"/>
              </a:ext>
            </a:extLst>
          </p:cNvPr>
          <p:cNvCxnSpPr>
            <a:cxnSpLocks/>
          </p:cNvCxnSpPr>
          <p:nvPr/>
        </p:nvCxnSpPr>
        <p:spPr>
          <a:xfrm>
            <a:off x="5816689" y="1770380"/>
            <a:ext cx="1650146" cy="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932334-D0F5-B5FF-08CA-801DDD8AABB4}"/>
              </a:ext>
            </a:extLst>
          </p:cNvPr>
          <p:cNvCxnSpPr>
            <a:cxnSpLocks/>
          </p:cNvCxnSpPr>
          <p:nvPr/>
        </p:nvCxnSpPr>
        <p:spPr>
          <a:xfrm>
            <a:off x="7432038" y="1762760"/>
            <a:ext cx="1656082" cy="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15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6" grpId="0" animBg="1"/>
      <p:bldP spid="53" grpId="0" animBg="1"/>
      <p:bldP spid="56" grpId="0" animBg="1"/>
      <p:bldP spid="62" grpId="0"/>
      <p:bldP spid="64" grpId="0"/>
      <p:bldP spid="89" grpId="0" animBg="1"/>
      <p:bldP spid="90" grpId="0" animBg="1"/>
      <p:bldP spid="91" grpId="0" animBg="1"/>
      <p:bldP spid="128" grpId="0" animBg="1"/>
      <p:bldP spid="129" grpId="0" animBg="1"/>
      <p:bldP spid="130" grpId="0"/>
      <p:bldP spid="131" grpId="0" animBg="1"/>
      <p:bldP spid="132" grpId="0" animBg="1"/>
      <p:bldP spid="133" grpId="0" animBg="1"/>
      <p:bldP spid="134" grpId="0" animBg="1"/>
      <p:bldP spid="135" grpId="0"/>
      <p:bldP spid="136" grpId="0" animBg="1"/>
      <p:bldP spid="137" grpId="0" animBg="1"/>
      <p:bldP spid="138" grpId="0" animBg="1"/>
      <p:bldP spid="139" grpId="0" animBg="1"/>
      <p:bldP spid="140" grpId="0"/>
      <p:bldP spid="141" grpId="0" animBg="1"/>
      <p:bldP spid="142" grpId="0" animBg="1"/>
      <p:bldP spid="143" grpId="0" animBg="1"/>
      <p:bldP spid="144" grpId="0" animBg="1"/>
      <p:bldP spid="145" grpId="0"/>
      <p:bldP spid="146" grpId="0" animBg="1"/>
      <p:bldP spid="147" grpId="0" animBg="1"/>
      <p:bldP spid="148" grpId="0" animBg="1"/>
      <p:bldP spid="153" grpId="0"/>
      <p:bldP spid="164" grpId="0" animBg="1"/>
      <p:bldP spid="182" grpId="0"/>
      <p:bldP spid="18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817C-BC99-812D-9C79-5122BC10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A966E5FE-5EE5-691D-7AFF-A2AC4B613C69}"/>
              </a:ext>
            </a:extLst>
          </p:cNvPr>
          <p:cNvSpPr/>
          <p:nvPr/>
        </p:nvSpPr>
        <p:spPr>
          <a:xfrm>
            <a:off x="0" y="1623477"/>
            <a:ext cx="11699999" cy="4332391"/>
          </a:xfrm>
          <a:prstGeom prst="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535C5FB-B5C1-898F-5C9A-E5BA28B38261}"/>
              </a:ext>
            </a:extLst>
          </p:cNvPr>
          <p:cNvSpPr txBox="1"/>
          <p:nvPr/>
        </p:nvSpPr>
        <p:spPr>
          <a:xfrm>
            <a:off x="492001" y="1906337"/>
            <a:ext cx="10518091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endParaRPr lang="de-DE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5BAC630-BBD2-6B93-9DC9-480C42EC53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3380FD5-4C9B-582A-EF24-A0674D0581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31E01B42-87DC-95AD-2088-8FA757EB81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E248B30-EE22-D6D2-A554-903B65E3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Imputation</a:t>
            </a:r>
            <a:br>
              <a:rPr lang="de-DE" dirty="0"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A53A06-1FC8-77E2-2F4F-59BBFD8550E8}"/>
              </a:ext>
            </a:extLst>
          </p:cNvPr>
          <p:cNvSpPr/>
          <p:nvPr/>
        </p:nvSpPr>
        <p:spPr>
          <a:xfrm>
            <a:off x="123021" y="2462521"/>
            <a:ext cx="1554232" cy="174631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1A5253-2E28-56E9-A380-936EBE7A8DE2}"/>
              </a:ext>
            </a:extLst>
          </p:cNvPr>
          <p:cNvSpPr/>
          <p:nvPr/>
        </p:nvSpPr>
        <p:spPr>
          <a:xfrm>
            <a:off x="239861" y="2989633"/>
            <a:ext cx="1270000" cy="4673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Seed Window: </a:t>
            </a:r>
          </a:p>
          <a:p>
            <a:pPr algn="ctr"/>
            <a:r>
              <a:rPr lang="en-US" sz="10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20 real timestamp </a:t>
            </a:r>
            <a:endParaRPr lang="en-US" sz="1100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C37F8A-86B2-8F34-4383-5E8701480D75}"/>
              </a:ext>
            </a:extLst>
          </p:cNvPr>
          <p:cNvSpPr/>
          <p:nvPr/>
        </p:nvSpPr>
        <p:spPr>
          <a:xfrm>
            <a:off x="10286859" y="2226306"/>
            <a:ext cx="1256842" cy="143465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cs typeface="Arial"/>
              </a:rPr>
              <a:t>Generated Sequence</a:t>
            </a:r>
            <a:endParaRPr lang="en-US" sz="1000" b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F4E540D-31F0-5497-8813-C75CDBBF26C9}"/>
              </a:ext>
            </a:extLst>
          </p:cNvPr>
          <p:cNvSpPr/>
          <p:nvPr/>
        </p:nvSpPr>
        <p:spPr>
          <a:xfrm>
            <a:off x="1905141" y="2005180"/>
            <a:ext cx="1486985" cy="188471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C9A220-D5A1-14E9-2819-D95AC08C2BF0}"/>
              </a:ext>
            </a:extLst>
          </p:cNvPr>
          <p:cNvSpPr/>
          <p:nvPr/>
        </p:nvSpPr>
        <p:spPr>
          <a:xfrm>
            <a:off x="1994343" y="2392537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23E4278-DDE9-470C-9FCD-3EE87DB98C8E}"/>
              </a:ext>
            </a:extLst>
          </p:cNvPr>
          <p:cNvSpPr/>
          <p:nvPr/>
        </p:nvSpPr>
        <p:spPr>
          <a:xfrm>
            <a:off x="322385" y="2597656"/>
            <a:ext cx="1243108" cy="234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cs typeface="Arial"/>
              </a:rPr>
              <a:t>Input</a:t>
            </a:r>
            <a:r>
              <a:rPr lang="en-US" sz="1050" b="1" dirty="0">
                <a:solidFill>
                  <a:srgbClr val="FFFFFF"/>
                </a:solidFill>
                <a:cs typeface="Arial"/>
              </a:rPr>
              <a:t> </a:t>
            </a:r>
            <a:endParaRPr lang="en-US" sz="1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66D4E9-5AEC-A824-08CC-8A118595CB81}"/>
              </a:ext>
            </a:extLst>
          </p:cNvPr>
          <p:cNvSpPr/>
          <p:nvPr/>
        </p:nvSpPr>
        <p:spPr>
          <a:xfrm>
            <a:off x="2044788" y="2105002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cs typeface="Arial"/>
              </a:rPr>
              <a:t>Level 1a- GPS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8D9BFB2-A61D-0DFF-478E-110DA1759A1C}"/>
              </a:ext>
            </a:extLst>
          </p:cNvPr>
          <p:cNvSpPr/>
          <p:nvPr/>
        </p:nvSpPr>
        <p:spPr>
          <a:xfrm>
            <a:off x="1987271" y="289012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Base Context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D3DACBA-DE4E-5504-409D-1DD50A8A1740}"/>
              </a:ext>
            </a:extLst>
          </p:cNvPr>
          <p:cNvSpPr/>
          <p:nvPr/>
        </p:nvSpPr>
        <p:spPr>
          <a:xfrm>
            <a:off x="239860" y="3528112"/>
            <a:ext cx="1270000" cy="4673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Base Context Features</a:t>
            </a:r>
            <a:br>
              <a:rPr lang="en-US" sz="900" b="1" dirty="0">
                <a:cs typeface="Arial"/>
              </a:rPr>
            </a:br>
            <a:r>
              <a:rPr lang="en-US" sz="700" b="1" dirty="0">
                <a:solidFill>
                  <a:schemeClr val="tx1">
                    <a:lumMod val="76000"/>
                  </a:schemeClr>
                </a:solidFill>
                <a:ea typeface="+mn-lt"/>
                <a:cs typeface="+mn-lt"/>
              </a:rPr>
              <a:t>(device, hour, day, direction, operator )</a:t>
            </a:r>
            <a:endParaRPr lang="en-US" sz="700" b="1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FF453AD0-BCBE-A7DE-8ADE-F6E1B22426F8}"/>
              </a:ext>
            </a:extLst>
          </p:cNvPr>
          <p:cNvSpPr/>
          <p:nvPr/>
        </p:nvSpPr>
        <p:spPr>
          <a:xfrm>
            <a:off x="3525661" y="2050899"/>
            <a:ext cx="1492065" cy="18491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E08593A-A0C1-9B37-1468-21DC4707E3A8}"/>
              </a:ext>
            </a:extLst>
          </p:cNvPr>
          <p:cNvSpPr/>
          <p:nvPr/>
        </p:nvSpPr>
        <p:spPr>
          <a:xfrm>
            <a:off x="3619942" y="241793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17989A6-3358-CEBD-EC9C-FC18046E52F9}"/>
              </a:ext>
            </a:extLst>
          </p:cNvPr>
          <p:cNvSpPr/>
          <p:nvPr/>
        </p:nvSpPr>
        <p:spPr>
          <a:xfrm>
            <a:off x="3670387" y="2130401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cs typeface="Arial"/>
              </a:rPr>
              <a:t>Level 1b- Mobility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AE179B6-AD3A-FA8B-1B8D-93F43EA94DD9}"/>
              </a:ext>
            </a:extLst>
          </p:cNvPr>
          <p:cNvSpPr/>
          <p:nvPr/>
        </p:nvSpPr>
        <p:spPr>
          <a:xfrm>
            <a:off x="3619942" y="29056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Base Context 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6832572B-5357-E65D-296C-C4D28E0E3D54}"/>
              </a:ext>
            </a:extLst>
          </p:cNvPr>
          <p:cNvSpPr/>
          <p:nvPr/>
        </p:nvSpPr>
        <p:spPr>
          <a:xfrm>
            <a:off x="5125861" y="2045819"/>
            <a:ext cx="1492065" cy="18948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A6D248C-2EEB-65A7-5539-9C17DD790376}"/>
              </a:ext>
            </a:extLst>
          </p:cNvPr>
          <p:cNvSpPr/>
          <p:nvPr/>
        </p:nvSpPr>
        <p:spPr>
          <a:xfrm>
            <a:off x="5220142" y="244333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E006E52-FDEF-8750-35BA-430AC5DEB633}"/>
              </a:ext>
            </a:extLst>
          </p:cNvPr>
          <p:cNvSpPr/>
          <p:nvPr/>
        </p:nvSpPr>
        <p:spPr>
          <a:xfrm>
            <a:off x="5219787" y="2140561"/>
            <a:ext cx="1288616" cy="27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cs typeface="Arial"/>
              </a:rPr>
              <a:t>Level 1c- </a:t>
            </a:r>
            <a:r>
              <a:rPr lang="en-US" sz="1000" b="1" dirty="0">
                <a:solidFill>
                  <a:srgbClr val="FFFFFF"/>
                </a:solidFill>
                <a:cs typeface="Arial"/>
              </a:rPr>
              <a:t>Environment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38FF50E-CEBC-7D1A-B1EE-013C8545D6B0}"/>
              </a:ext>
            </a:extLst>
          </p:cNvPr>
          <p:cNvSpPr/>
          <p:nvPr/>
        </p:nvSpPr>
        <p:spPr>
          <a:xfrm>
            <a:off x="5220142" y="29310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+L1b + Base Context 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D3AD12B3-C53B-6298-A4DE-6387ECCBC8DC}"/>
              </a:ext>
            </a:extLst>
          </p:cNvPr>
          <p:cNvSpPr/>
          <p:nvPr/>
        </p:nvSpPr>
        <p:spPr>
          <a:xfrm>
            <a:off x="6715901" y="2045819"/>
            <a:ext cx="1492065" cy="18948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70D68D7-EFB2-A528-9DC6-95C4BD401160}"/>
              </a:ext>
            </a:extLst>
          </p:cNvPr>
          <p:cNvSpPr/>
          <p:nvPr/>
        </p:nvSpPr>
        <p:spPr>
          <a:xfrm>
            <a:off x="6810182" y="246365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34F66CA-DCC3-9531-3ECC-C456331BF2F5}"/>
              </a:ext>
            </a:extLst>
          </p:cNvPr>
          <p:cNvSpPr/>
          <p:nvPr/>
        </p:nvSpPr>
        <p:spPr>
          <a:xfrm>
            <a:off x="6819987" y="2186281"/>
            <a:ext cx="1293696" cy="205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cs typeface="Arial"/>
              </a:rPr>
              <a:t>Level 2a- Cell Config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B8452D5-3E27-1904-182E-F6E686264F56}"/>
              </a:ext>
            </a:extLst>
          </p:cNvPr>
          <p:cNvSpPr/>
          <p:nvPr/>
        </p:nvSpPr>
        <p:spPr>
          <a:xfrm>
            <a:off x="6810182" y="295133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L1b +</a:t>
            </a:r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  <a:sym typeface="Wingdings" panose="05000000000000000000" pitchFamily="2" charset="2"/>
              </a:rPr>
              <a:t> </a:t>
            </a:r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L1c + Base Context 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754AE211-1AA2-E45A-15FE-A23904C7EEB0}"/>
              </a:ext>
            </a:extLst>
          </p:cNvPr>
          <p:cNvSpPr/>
          <p:nvPr/>
        </p:nvSpPr>
        <p:spPr>
          <a:xfrm>
            <a:off x="8361821" y="2050899"/>
            <a:ext cx="1492065" cy="18948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B4F1D7F-20A8-7604-A4EC-91B4359378A7}"/>
              </a:ext>
            </a:extLst>
          </p:cNvPr>
          <p:cNvSpPr/>
          <p:nvPr/>
        </p:nvSpPr>
        <p:spPr>
          <a:xfrm>
            <a:off x="8456102" y="2468736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tx1">
                    <a:lumMod val="76000"/>
                  </a:schemeClr>
                </a:solidFill>
                <a:cs typeface="Arial"/>
              </a:rPr>
              <a:t>Generator- GRU</a:t>
            </a:r>
            <a:endParaRPr lang="en-US" sz="1000" b="1" dirty="0">
              <a:solidFill>
                <a:schemeClr val="tx1">
                  <a:lumMod val="76000"/>
                </a:schemeClr>
              </a:solidFill>
              <a:cs typeface="Arial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7C9E74-30A1-DD5E-A24F-A59843416100}"/>
              </a:ext>
            </a:extLst>
          </p:cNvPr>
          <p:cNvSpPr/>
          <p:nvPr/>
        </p:nvSpPr>
        <p:spPr>
          <a:xfrm>
            <a:off x="8501467" y="2201521"/>
            <a:ext cx="1217496" cy="24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cs typeface="Arial"/>
              </a:rPr>
              <a:t>Level 2b – Signal &amp; </a:t>
            </a:r>
            <a:r>
              <a:rPr lang="en-US" sz="1000" b="1">
                <a:solidFill>
                  <a:srgbClr val="FFFFFF"/>
                </a:solidFill>
                <a:cs typeface="Arial"/>
              </a:rPr>
              <a:t>QoS</a:t>
            </a:r>
            <a:endParaRPr lang="en-US" sz="1000" b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9BBE9AF-FE13-EA9B-B19A-D38F0D72315B}"/>
              </a:ext>
            </a:extLst>
          </p:cNvPr>
          <p:cNvSpPr/>
          <p:nvPr/>
        </p:nvSpPr>
        <p:spPr>
          <a:xfrm>
            <a:off x="8456102" y="29564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L1a + L1b + L1c + L2a + Base Context 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427B2E1-7C73-FFE4-6E20-9C53B92C8779}"/>
              </a:ext>
            </a:extLst>
          </p:cNvPr>
          <p:cNvSpPr/>
          <p:nvPr/>
        </p:nvSpPr>
        <p:spPr>
          <a:xfrm>
            <a:off x="10482667" y="2419961"/>
            <a:ext cx="1217496" cy="215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b="1" dirty="0">
              <a:solidFill>
                <a:srgbClr val="FFFFFF"/>
              </a:solidFill>
              <a:cs typeface="Arial"/>
            </a:endParaRP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FA0F855-036E-115D-2F11-2096DF5093F6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900137" y="1762760"/>
            <a:ext cx="0" cy="699761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A6E01704-67B4-D730-6942-3155AEE5D5EA}"/>
              </a:ext>
            </a:extLst>
          </p:cNvPr>
          <p:cNvCxnSpPr>
            <a:cxnSpLocks/>
          </p:cNvCxnSpPr>
          <p:nvPr/>
        </p:nvCxnSpPr>
        <p:spPr>
          <a:xfrm>
            <a:off x="900000" y="1777999"/>
            <a:ext cx="1721278" cy="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1703838E-640A-2B18-9842-347AB9E5AAB2}"/>
              </a:ext>
            </a:extLst>
          </p:cNvPr>
          <p:cNvCxnSpPr>
            <a:cxnSpLocks/>
          </p:cNvCxnSpPr>
          <p:nvPr/>
        </p:nvCxnSpPr>
        <p:spPr>
          <a:xfrm>
            <a:off x="2621278" y="1762760"/>
            <a:ext cx="5080" cy="2641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267E69FD-D893-A3AC-B4A0-322F6D8E19D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852927" y="2943633"/>
            <a:ext cx="433932" cy="1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726789ED-DD71-7DB5-23C8-9C7D1F057185}"/>
              </a:ext>
            </a:extLst>
          </p:cNvPr>
          <p:cNvCxnSpPr/>
          <p:nvPr/>
        </p:nvCxnSpPr>
        <p:spPr>
          <a:xfrm>
            <a:off x="2783840" y="4353560"/>
            <a:ext cx="1137920" cy="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DEB4457-0908-3295-5657-4BB206A0FA0E}"/>
              </a:ext>
            </a:extLst>
          </p:cNvPr>
          <p:cNvCxnSpPr>
            <a:cxnSpLocks/>
          </p:cNvCxnSpPr>
          <p:nvPr/>
        </p:nvCxnSpPr>
        <p:spPr>
          <a:xfrm flipH="1">
            <a:off x="2783839" y="3901439"/>
            <a:ext cx="5080" cy="44704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92EBD88-3328-B7AA-2945-A03E1543C1A4}"/>
              </a:ext>
            </a:extLst>
          </p:cNvPr>
          <p:cNvCxnSpPr>
            <a:cxnSpLocks/>
          </p:cNvCxnSpPr>
          <p:nvPr/>
        </p:nvCxnSpPr>
        <p:spPr>
          <a:xfrm flipV="1">
            <a:off x="3896360" y="3967480"/>
            <a:ext cx="0" cy="38100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0FFBDCFF-3FC2-C333-268A-A2E07F181B12}"/>
              </a:ext>
            </a:extLst>
          </p:cNvPr>
          <p:cNvCxnSpPr>
            <a:cxnSpLocks/>
          </p:cNvCxnSpPr>
          <p:nvPr/>
        </p:nvCxnSpPr>
        <p:spPr>
          <a:xfrm>
            <a:off x="4439920" y="4363719"/>
            <a:ext cx="1137920" cy="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CF61D1D-E4FF-56AB-7781-4AA160C31514}"/>
              </a:ext>
            </a:extLst>
          </p:cNvPr>
          <p:cNvCxnSpPr>
            <a:cxnSpLocks/>
          </p:cNvCxnSpPr>
          <p:nvPr/>
        </p:nvCxnSpPr>
        <p:spPr>
          <a:xfrm>
            <a:off x="3876038" y="4348478"/>
            <a:ext cx="650240" cy="15240"/>
          </a:xfrm>
          <a:prstGeom prst="straightConnector1">
            <a:avLst/>
          </a:prstGeom>
          <a:ln w="28575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395F7E6-F212-ECE2-5107-CA7390CF80B8}"/>
              </a:ext>
            </a:extLst>
          </p:cNvPr>
          <p:cNvCxnSpPr>
            <a:cxnSpLocks/>
          </p:cNvCxnSpPr>
          <p:nvPr/>
        </p:nvCxnSpPr>
        <p:spPr>
          <a:xfrm flipV="1">
            <a:off x="5552439" y="3992880"/>
            <a:ext cx="0" cy="38100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DEDDBA86-16D5-7CB7-1C49-124E5C28CC6D}"/>
              </a:ext>
            </a:extLst>
          </p:cNvPr>
          <p:cNvCxnSpPr>
            <a:cxnSpLocks/>
          </p:cNvCxnSpPr>
          <p:nvPr/>
        </p:nvCxnSpPr>
        <p:spPr>
          <a:xfrm>
            <a:off x="6075680" y="4373880"/>
            <a:ext cx="1137920" cy="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A6C949E2-14D5-0263-901D-AD0307A6DF35}"/>
              </a:ext>
            </a:extLst>
          </p:cNvPr>
          <p:cNvCxnSpPr>
            <a:cxnSpLocks/>
          </p:cNvCxnSpPr>
          <p:nvPr/>
        </p:nvCxnSpPr>
        <p:spPr>
          <a:xfrm flipV="1">
            <a:off x="7188200" y="4018280"/>
            <a:ext cx="0" cy="38100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626F26E-840D-7A7F-946B-31ED4708432D}"/>
              </a:ext>
            </a:extLst>
          </p:cNvPr>
          <p:cNvCxnSpPr>
            <a:cxnSpLocks/>
          </p:cNvCxnSpPr>
          <p:nvPr/>
        </p:nvCxnSpPr>
        <p:spPr>
          <a:xfrm>
            <a:off x="7787640" y="4378960"/>
            <a:ext cx="1137920" cy="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4B9719BE-E077-EEB2-8517-F238AA732295}"/>
              </a:ext>
            </a:extLst>
          </p:cNvPr>
          <p:cNvCxnSpPr>
            <a:cxnSpLocks/>
          </p:cNvCxnSpPr>
          <p:nvPr/>
        </p:nvCxnSpPr>
        <p:spPr>
          <a:xfrm flipV="1">
            <a:off x="8925560" y="4003038"/>
            <a:ext cx="0" cy="381000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4B79DBE0-3731-FCD9-C12A-3B82D256F1C1}"/>
              </a:ext>
            </a:extLst>
          </p:cNvPr>
          <p:cNvCxnSpPr>
            <a:cxnSpLocks/>
          </p:cNvCxnSpPr>
          <p:nvPr/>
        </p:nvCxnSpPr>
        <p:spPr>
          <a:xfrm>
            <a:off x="5506718" y="4363718"/>
            <a:ext cx="650240" cy="15240"/>
          </a:xfrm>
          <a:prstGeom prst="straightConnector1">
            <a:avLst/>
          </a:prstGeom>
          <a:ln w="28575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A4F36C7-2558-9AA7-F061-61F3B6F21096}"/>
              </a:ext>
            </a:extLst>
          </p:cNvPr>
          <p:cNvCxnSpPr>
            <a:cxnSpLocks/>
          </p:cNvCxnSpPr>
          <p:nvPr/>
        </p:nvCxnSpPr>
        <p:spPr>
          <a:xfrm>
            <a:off x="7188198" y="4368798"/>
            <a:ext cx="650240" cy="15240"/>
          </a:xfrm>
          <a:prstGeom prst="straightConnector1">
            <a:avLst/>
          </a:prstGeom>
          <a:ln w="28575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C43F174E-E43B-37D7-40CF-9DDEE51FBE8F}"/>
              </a:ext>
            </a:extLst>
          </p:cNvPr>
          <p:cNvSpPr txBox="1"/>
          <p:nvPr/>
        </p:nvSpPr>
        <p:spPr>
          <a:xfrm>
            <a:off x="2672262" y="4657612"/>
            <a:ext cx="6512712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cs typeface="Arial"/>
              </a:rPr>
              <a:t>The output from each level is passed to the next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1CEFBD-A1F4-FFB6-7746-FE14C37E052B}"/>
              </a:ext>
            </a:extLst>
          </p:cNvPr>
          <p:cNvSpPr/>
          <p:nvPr/>
        </p:nvSpPr>
        <p:spPr>
          <a:xfrm>
            <a:off x="1994342" y="33882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Output (GPS)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84275-9D50-AC26-A713-54DF2227DB88}"/>
              </a:ext>
            </a:extLst>
          </p:cNvPr>
          <p:cNvSpPr/>
          <p:nvPr/>
        </p:nvSpPr>
        <p:spPr>
          <a:xfrm>
            <a:off x="3597207" y="3379308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Output (Mobility)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DE55FA-6BF3-0745-C401-BDF671AA4001}"/>
              </a:ext>
            </a:extLst>
          </p:cNvPr>
          <p:cNvSpPr/>
          <p:nvPr/>
        </p:nvSpPr>
        <p:spPr>
          <a:xfrm>
            <a:off x="5209433" y="3388215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Output (Environment)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F48F12-57C9-1C89-9E38-87D502BE5BE0}"/>
              </a:ext>
            </a:extLst>
          </p:cNvPr>
          <p:cNvSpPr/>
          <p:nvPr/>
        </p:nvSpPr>
        <p:spPr>
          <a:xfrm>
            <a:off x="6803755" y="3387701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Output (Cell Config)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DA09F1-FA9A-9413-92C5-87322785C5FA}"/>
              </a:ext>
            </a:extLst>
          </p:cNvPr>
          <p:cNvSpPr/>
          <p:nvPr/>
        </p:nvSpPr>
        <p:spPr>
          <a:xfrm>
            <a:off x="8460654" y="3399087"/>
            <a:ext cx="1313413" cy="37581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chemeClr val="tx1">
                    <a:lumMod val="76000"/>
                  </a:schemeClr>
                </a:solidFill>
                <a:cs typeface="Arial"/>
              </a:rPr>
              <a:t>Output (Signal &amp; QoS)</a:t>
            </a:r>
            <a:endParaRPr lang="en-US" sz="800" dirty="0">
              <a:solidFill>
                <a:schemeClr val="tx1">
                  <a:lumMod val="76000"/>
                </a:schemeClr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4A0F52-F050-A3CB-0EC5-AA0116632852}"/>
              </a:ext>
            </a:extLst>
          </p:cNvPr>
          <p:cNvCxnSpPr>
            <a:cxnSpLocks/>
            <a:endCxn id="128" idx="0"/>
          </p:cNvCxnSpPr>
          <p:nvPr/>
        </p:nvCxnSpPr>
        <p:spPr>
          <a:xfrm>
            <a:off x="4271693" y="1793978"/>
            <a:ext cx="1" cy="256921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13E1433-CCE3-CF47-23FE-638D898C0D0A}"/>
              </a:ext>
            </a:extLst>
          </p:cNvPr>
          <p:cNvCxnSpPr>
            <a:cxnSpLocks/>
          </p:cNvCxnSpPr>
          <p:nvPr/>
        </p:nvCxnSpPr>
        <p:spPr>
          <a:xfrm>
            <a:off x="2621278" y="1778960"/>
            <a:ext cx="1657857" cy="15018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FB00CA-B066-FC6C-B6D4-83AD9C9AC2C3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5871894" y="1808457"/>
            <a:ext cx="0" cy="237362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CE30B26-DD78-5AD1-AF11-80239E2A6502}"/>
              </a:ext>
            </a:extLst>
          </p:cNvPr>
          <p:cNvCxnSpPr>
            <a:cxnSpLocks/>
          </p:cNvCxnSpPr>
          <p:nvPr/>
        </p:nvCxnSpPr>
        <p:spPr>
          <a:xfrm>
            <a:off x="4240084" y="1790648"/>
            <a:ext cx="1639251" cy="8661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F1B8A0A-1F07-A07E-68F0-DEA3CA550AC7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7461934" y="1808457"/>
            <a:ext cx="0" cy="237362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F6D9B6-1713-5AEC-C4A1-20A1CF06E2FF}"/>
              </a:ext>
            </a:extLst>
          </p:cNvPr>
          <p:cNvCxnSpPr>
            <a:cxnSpLocks/>
          </p:cNvCxnSpPr>
          <p:nvPr/>
        </p:nvCxnSpPr>
        <p:spPr>
          <a:xfrm>
            <a:off x="5821210" y="1797255"/>
            <a:ext cx="1639251" cy="8661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6CB3232-FFF7-B361-D20E-B54391202F68}"/>
              </a:ext>
            </a:extLst>
          </p:cNvPr>
          <p:cNvCxnSpPr>
            <a:cxnSpLocks/>
          </p:cNvCxnSpPr>
          <p:nvPr/>
        </p:nvCxnSpPr>
        <p:spPr>
          <a:xfrm>
            <a:off x="7463522" y="1808117"/>
            <a:ext cx="1653838" cy="13764"/>
          </a:xfrm>
          <a:prstGeom prst="straightConnector1">
            <a:avLst/>
          </a:prstGeom>
          <a:ln w="28575">
            <a:solidFill>
              <a:srgbClr val="FFFF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9AC6097-E003-3196-4C53-4B88081310DC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9107853" y="1837123"/>
            <a:ext cx="1" cy="213776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30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6" grpId="0" animBg="1"/>
      <p:bldP spid="53" grpId="0" animBg="1"/>
      <p:bldP spid="56" grpId="0" animBg="1"/>
      <p:bldP spid="62" grpId="0"/>
      <p:bldP spid="64" grpId="0"/>
      <p:bldP spid="89" grpId="0" animBg="1"/>
      <p:bldP spid="91" grpId="0" animBg="1"/>
      <p:bldP spid="128" grpId="0" animBg="1"/>
      <p:bldP spid="129" grpId="0" animBg="1"/>
      <p:bldP spid="130" grpId="0"/>
      <p:bldP spid="131" grpId="0" animBg="1"/>
      <p:bldP spid="133" grpId="0" animBg="1"/>
      <p:bldP spid="134" grpId="0" animBg="1"/>
      <p:bldP spid="135" grpId="0"/>
      <p:bldP spid="136" grpId="0" animBg="1"/>
      <p:bldP spid="138" grpId="0" animBg="1"/>
      <p:bldP spid="139" grpId="0" animBg="1"/>
      <p:bldP spid="140" grpId="0"/>
      <p:bldP spid="141" grpId="0" animBg="1"/>
      <p:bldP spid="143" grpId="0" animBg="1"/>
      <p:bldP spid="144" grpId="0" animBg="1"/>
      <p:bldP spid="145" grpId="0"/>
      <p:bldP spid="146" grpId="0" animBg="1"/>
      <p:bldP spid="199" grpId="0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49D25-A6E7-E4FD-994D-3F965E37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34F2F3C-3F18-F165-D71C-C602C77DFFEB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4235CAC-3DF4-2E16-362F-A4EFC6842539}"/>
              </a:ext>
            </a:extLst>
          </p:cNvPr>
          <p:cNvSpPr txBox="1"/>
          <p:nvPr/>
        </p:nvSpPr>
        <p:spPr>
          <a:xfrm>
            <a:off x="492000" y="1884642"/>
            <a:ext cx="10488419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                  Generator adversarial loss: 0.782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2.148                       	             Discriminator loss: 1.338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 0.748. 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Best model selected at epoch 30.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1BA710AE-C525-CFE3-1F71-59B0A82C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F2F0B3C-ECF3-5E4E-BE24-A0D5DEB181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C2232798-C241-4817-3F6F-B45E51455E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B608813B-61A1-AE66-4147-1A012D9D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78ABE12E-2F3C-68AF-CE39-B755A124D7B6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BEE7831-98B8-4D67-679B-32BAF9292B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963" y="1957218"/>
            <a:ext cx="4820896" cy="2671944"/>
          </a:xfrm>
          <a:prstGeom prst="rect">
            <a:avLst/>
          </a:prstGeom>
        </p:spPr>
      </p:pic>
      <p:pic>
        <p:nvPicPr>
          <p:cNvPr id="17" name="Picture 16" descr="A graph showing a loss&#10;&#10;AI-generated content may be incorrect.">
            <a:extLst>
              <a:ext uri="{FF2B5EF4-FFF2-40B4-BE49-F238E27FC236}">
                <a16:creationId xmlns:a16="http://schemas.microsoft.com/office/drawing/2014/main" id="{AA53FE49-0275-EE6F-BAA2-F557096B2A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05" y="1965470"/>
            <a:ext cx="4820895" cy="267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0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AA739-21E8-FAE3-D53D-66B4097E4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9B851EC-58A1-763A-8A7C-CB0E73BABBEF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BC51578-7974-215F-DB03-B7E89F6F343E}"/>
              </a:ext>
            </a:extLst>
          </p:cNvPr>
          <p:cNvSpPr txBox="1"/>
          <p:nvPr/>
        </p:nvSpPr>
        <p:spPr>
          <a:xfrm>
            <a:off x="539999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GRU-GAN and LSTM models are evaluated on the held-out test set.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6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Limitation: LSTM performs better for slowly varying features such as temperature and GPS where the level-based structure provides less advantage.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2516FCE-0CBC-C6C1-18B7-EB8A298BC4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D5210F4-FA18-E28E-669D-B552D91E27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5DDC05DC-DADE-ECD5-8BB4-8D9898A554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DE01698D-2432-475C-C60E-6048453E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584A8706-1ED2-0E65-43E0-AAB58FE598CE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B72FFA-0C04-6D76-893D-4002EE8C9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37578"/>
              </p:ext>
            </p:extLst>
          </p:nvPr>
        </p:nvGraphicFramePr>
        <p:xfrm>
          <a:off x="1077840" y="2290465"/>
          <a:ext cx="5827674" cy="2438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42558">
                  <a:extLst>
                    <a:ext uri="{9D8B030D-6E8A-4147-A177-3AD203B41FA5}">
                      <a16:colId xmlns:a16="http://schemas.microsoft.com/office/drawing/2014/main" val="609806883"/>
                    </a:ext>
                  </a:extLst>
                </a:gridCol>
                <a:gridCol w="1942558">
                  <a:extLst>
                    <a:ext uri="{9D8B030D-6E8A-4147-A177-3AD203B41FA5}">
                      <a16:colId xmlns:a16="http://schemas.microsoft.com/office/drawing/2014/main" val="366847984"/>
                    </a:ext>
                  </a:extLst>
                </a:gridCol>
                <a:gridCol w="1942558">
                  <a:extLst>
                    <a:ext uri="{9D8B030D-6E8A-4147-A177-3AD203B41FA5}">
                      <a16:colId xmlns:a16="http://schemas.microsoft.com/office/drawing/2014/main" val="1449219451"/>
                    </a:ext>
                  </a:extLst>
                </a:gridCol>
              </a:tblGrid>
              <a:tr h="226675">
                <a:tc rowSpan="2"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Feature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RMSE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850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GRU-GAN</a:t>
                      </a:r>
                      <a:endParaRPr 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ea typeface="Red Hat Text Medium" panose="02010303040201060303" pitchFamily="2" charset="0"/>
                        <a:cs typeface="Red Hat Text Medium" panose="020103030402010603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988682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pPr marL="0" marR="0" lvl="0" indent="0" algn="l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Datarate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1.787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0.562</a:t>
                      </a:r>
                      <a:endParaRPr 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ea typeface="Red Hat Text Medium" panose="02010303040201060303" pitchFamily="2" charset="0"/>
                        <a:cs typeface="Red Hat Text Medium" panose="020103030402010603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20685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Ping_ms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1.302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0.564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9054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PCell_RSRQ_max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2.086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1.316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42594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PCell_RSSI_max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7.220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4.547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855865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PCell_Uplink_Num_RBs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2.338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0.690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594261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Target_datarate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2.470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0.339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20138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it-IT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Temperature</a:t>
                      </a:r>
                      <a:endParaRPr lang="de-DE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0.387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18223"/>
                  </a:ext>
                </a:extLst>
              </a:tr>
              <a:tr h="212303">
                <a:tc>
                  <a:txBody>
                    <a:bodyPr/>
                    <a:lstStyle/>
                    <a:p>
                      <a:r>
                        <a:rPr lang="it-IT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Latitude</a:t>
                      </a:r>
                      <a:endParaRPr lang="de-DE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0.006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0.011</a:t>
                      </a:r>
                      <a:endParaRPr lang="en-IN" sz="1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09218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2AA2AC-026F-4395-EA97-25A79B2F10C8}"/>
              </a:ext>
            </a:extLst>
          </p:cNvPr>
          <p:cNvSpPr/>
          <p:nvPr/>
        </p:nvSpPr>
        <p:spPr>
          <a:xfrm>
            <a:off x="7499107" y="2581355"/>
            <a:ext cx="3615053" cy="18566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u="sng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Key Findings</a:t>
            </a:r>
          </a:p>
          <a:p>
            <a:pPr algn="ctr"/>
            <a:endParaRPr lang="en-US" sz="1200" u="sng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GRU-GAN reduces RMSE by 21-86% for signal and QoS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Level-based causal structure and adversarial training preserve natural signal variability.</a:t>
            </a: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38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0C725-94F5-C844-0F57-918B8BAE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0E9B2C17-6343-1A17-1F42-CEFA974A5089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BE9C291-0A3E-ACF4-92E5-48C05B58AFB3}"/>
              </a:ext>
            </a:extLst>
          </p:cNvPr>
          <p:cNvSpPr txBox="1"/>
          <p:nvPr/>
        </p:nvSpPr>
        <p:spPr>
          <a:xfrm>
            <a:off x="492001" y="1770949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Evaluation discriminator is trained 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 V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alidate the generated sequences from GRU-GAN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lvl="8"/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score of 0.0926 means the classifier generated sequences that are statistically close to real measurements and difficult to distinguish.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EF3D0BD8-55B1-7D87-A5CC-E418927481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516FCE-0CBC-C6C1-18B7-EB8A298BC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EFEE28FF-E606-C909-9B81-937D430695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3E5FFB6A-8E50-68A4-333A-B7F2CA23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Evaluation Methods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6E24DF33-3CCB-601B-98A7-67A0CAE8BC6A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DE73E-37D1-A52A-0E39-89B69C1D51BA}"/>
              </a:ext>
            </a:extLst>
          </p:cNvPr>
          <p:cNvCxnSpPr>
            <a:cxnSpLocks/>
          </p:cNvCxnSpPr>
          <p:nvPr/>
        </p:nvCxnSpPr>
        <p:spPr>
          <a:xfrm>
            <a:off x="2106419" y="2649445"/>
            <a:ext cx="769620" cy="975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246BA40-7331-50B3-259E-4A6D438A40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021352"/>
              </p:ext>
            </p:extLst>
          </p:nvPr>
        </p:nvGraphicFramePr>
        <p:xfrm>
          <a:off x="718742" y="1960992"/>
          <a:ext cx="8793360" cy="246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7686A5A-1C50-49D8-7EA4-DEAE82D52221}"/>
              </a:ext>
            </a:extLst>
          </p:cNvPr>
          <p:cNvSpPr/>
          <p:nvPr/>
        </p:nvSpPr>
        <p:spPr>
          <a:xfrm>
            <a:off x="6804659" y="4189917"/>
            <a:ext cx="3402531" cy="937755"/>
          </a:xfrm>
          <a:prstGeom prst="roundRect">
            <a:avLst/>
          </a:prstGeom>
          <a:solidFill>
            <a:srgbClr val="77B6BA"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042C58">
                <a:shade val="8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</a:rPr>
              <a:t>Discriminative Score= |Accuracy – 0.5|</a:t>
            </a:r>
          </a:p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de-DE" sz="1000" dirty="0">
              <a:solidFill>
                <a:srgbClr val="042C58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</a:endParaRPr>
          </a:p>
          <a:p>
            <a:pPr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</a:rPr>
              <a:t>	0.00 (perfect generation) </a:t>
            </a:r>
            <a:r>
              <a:rPr lang="en-US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  <a:sym typeface="Wingdings" panose="05000000000000000000" pitchFamily="2" charset="2"/>
              </a:rPr>
              <a:t> </a:t>
            </a:r>
            <a:r>
              <a:rPr lang="en-US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</a:rPr>
              <a:t>Cannot Distinguish</a:t>
            </a:r>
          </a:p>
          <a:p>
            <a:pPr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</a:rPr>
              <a:t>	0.50 (worst result) </a:t>
            </a:r>
            <a:r>
              <a:rPr lang="en-US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  <a:sym typeface="Wingdings" panose="05000000000000000000" pitchFamily="2" charset="2"/>
              </a:rPr>
              <a:t> </a:t>
            </a:r>
            <a:r>
              <a:rPr lang="en-US" sz="1000" dirty="0">
                <a:solidFill>
                  <a:srgbClr val="042C58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/>
              </a:rPr>
              <a:t>Easy to Distinguish</a:t>
            </a:r>
          </a:p>
        </p:txBody>
      </p:sp>
    </p:spTree>
    <p:extLst>
      <p:ext uri="{BB962C8B-B14F-4D97-AF65-F5344CB8AC3E}">
        <p14:creationId xmlns:p14="http://schemas.microsoft.com/office/powerpoint/2010/main" val="48174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A9C7C-8B19-464D-E79B-09454453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E6068344-EED9-6487-1B05-BFA23801AEFD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4652604-A70A-49FF-A192-AA3F67AA0207}"/>
              </a:ext>
            </a:extLst>
          </p:cNvPr>
          <p:cNvSpPr txBox="1"/>
          <p:nvPr/>
        </p:nvSpPr>
        <p:spPr>
          <a:xfrm>
            <a:off x="539999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Real vs Generated Feature-wise Data Distribution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D5210F4-FA18-E28E-669D-B552D91E27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1BA710AE-C525-CFE3-1F71-59B0A82C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A1E76F35-4F62-ED0D-6633-2E41B2744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AA9FE369-E644-6B5A-C904-08725ABB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Results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B297D7F9-F685-A2C9-1678-25F8D65683BB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B2F71F6-DB80-D0DB-CB32-4AF3185D97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2235913"/>
            <a:ext cx="8453718" cy="335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E2DA7-0102-772F-31FD-0330BF95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335823A4-88B6-879C-FFDD-575E95E8D160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5B87E27-A5E9-E731-8D20-1DC518AD2DBC}"/>
              </a:ext>
            </a:extLst>
          </p:cNvPr>
          <p:cNvSpPr txBox="1"/>
          <p:nvPr/>
        </p:nvSpPr>
        <p:spPr>
          <a:xfrm>
            <a:off x="539999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0ABC423-1146-A834-B9DD-056EB04BE6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D5210F4-FA18-E28E-669D-B552D91E27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7FD35380-2A14-BEC3-5543-BDBB7DC5F2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E413F809-73FA-6EAB-6377-103DBC9A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Results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1468CF93-FA7D-0666-50A5-8FFEB1385C47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85C4853-7380-9315-1DA2-2A7F095FF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41"/>
          <a:stretch>
            <a:fillRect/>
          </a:stretch>
        </p:blipFill>
        <p:spPr>
          <a:xfrm>
            <a:off x="492001" y="1758325"/>
            <a:ext cx="5260063" cy="40564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0E7E92-F83A-CE18-FC76-D75BCD3811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94" b="20024"/>
          <a:stretch>
            <a:fillRect/>
          </a:stretch>
        </p:blipFill>
        <p:spPr>
          <a:xfrm>
            <a:off x="5849999" y="1732874"/>
            <a:ext cx="5604986" cy="405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AFA9A-C4CA-12E5-7220-782092696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EB4EC5E8-F226-A4AB-FC4C-9B44A8C4CA9A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9C5364E-6C9A-564E-A08C-04683CDF041C}"/>
              </a:ext>
            </a:extLst>
          </p:cNvPr>
          <p:cNvSpPr txBox="1"/>
          <p:nvPr/>
        </p:nvSpPr>
        <p:spPr>
          <a:xfrm>
            <a:off x="539999" y="1808656"/>
            <a:ext cx="10193928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GPS Data</a:t>
            </a: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69ED642-4AA2-6EBD-4EAE-A7B1C759DC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0ABC423-1146-A834-B9DD-056EB04BE6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1ABF1098-F76D-C17F-59F6-CE3B61A114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2DD59FB-A922-A5A0-A8E8-D5742C95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637097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Data Generation</a:t>
            </a:r>
            <a:b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</a:br>
            <a:r>
              <a:rPr lang="de-DE" sz="2000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Results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8E35DA3D-1A76-7E75-2116-9EDE07DE4883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FE35431-4273-3844-B144-E863A427A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08" y="1978981"/>
            <a:ext cx="7839582" cy="391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7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36952-031B-8254-83E7-5118A8F5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9AD0D7F-B734-EF45-92B8-5DA1FB4747B1}"/>
              </a:ext>
            </a:extLst>
          </p:cNvPr>
          <p:cNvSpPr/>
          <p:nvPr/>
        </p:nvSpPr>
        <p:spPr>
          <a:xfrm>
            <a:off x="0" y="1623477"/>
            <a:ext cx="11699999" cy="4275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442521F-842E-FA16-2443-AF818D90AC3D}"/>
              </a:ext>
            </a:extLst>
          </p:cNvPr>
          <p:cNvSpPr txBox="1"/>
          <p:nvPr/>
        </p:nvSpPr>
        <p:spPr>
          <a:xfrm>
            <a:off x="539999" y="1808656"/>
            <a:ext cx="10450730" cy="3707712"/>
          </a:xfrm>
          <a:prstGeom prst="rect">
            <a:avLst/>
          </a:prstGeom>
          <a:noFill/>
        </p:spPr>
        <p:txBody>
          <a:bodyPr wrap="square" lIns="0" tIns="0" rIns="14400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GRU-D effectively reconstructs missing cellular measurements </a:t>
            </a:r>
          </a:p>
          <a:p>
            <a:pPr lvl="1"/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  <a:sym typeface="Wingdings" panose="05000000000000000000" pitchFamily="2" charset="2"/>
              </a:rPr>
              <a:t>	 T</a:t>
            </a: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reat missing values in the V2X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GRU-GAN generates statistically realistic synthetic sequences for missing timestamp intervals</a:t>
            </a:r>
          </a:p>
          <a:p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 Discriminative score of 0.0926 confirms generated sequences are statistically close to real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Future Work:</a:t>
            </a:r>
          </a:p>
          <a:p>
            <a:pPr marL="742915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Apply the pipeline to V2V communication datasets</a:t>
            </a:r>
          </a:p>
          <a:p>
            <a:pPr marL="742915" lvl="1" indent="-285750">
              <a:buFont typeface="Courier New" panose="02070309020205020404" pitchFamily="49" charset="0"/>
              <a:buChar char="o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Extend generation to unseen routes and new timestamps beyond the training distribution</a:t>
            </a:r>
          </a:p>
          <a:p>
            <a:pPr marL="742915" lvl="1" indent="-285750">
              <a:buFont typeface="Courier New" panose="02070309020205020404" pitchFamily="49" charset="0"/>
              <a:buChar char="o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Minimize error propagation for longer autoregressive sequence generation</a:t>
            </a:r>
          </a:p>
          <a:p>
            <a:pPr marL="742915" lvl="1" indent="-285750">
              <a:buFont typeface="Courier New" panose="02070309020205020404" pitchFamily="49" charset="0"/>
              <a:buChar char="o"/>
            </a:pPr>
            <a:endParaRPr lang="en-US" sz="1400" dirty="0">
              <a:solidFill>
                <a:srgbClr val="FFFFFF"/>
              </a:solidFill>
              <a:ea typeface="Red Hat Text Medium" panose="02010303040201060303" pitchFamily="2" charset="0"/>
              <a:cs typeface="Red Hat Text Medium" panose="02010303040201060303" pitchFamily="2" charset="0"/>
            </a:endParaRPr>
          </a:p>
          <a:p>
            <a:pPr marL="742915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FFFFFF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Adapt the pipeline for real-time deployment during live measurement campaigns</a:t>
            </a: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71F2493-D26E-520B-8BF1-4E4467E8F6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69ED642-4AA2-6EBD-4EAE-A7B1C759DC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liennummernplatzhalter 31">
            <a:extLst>
              <a:ext uri="{FF2B5EF4-FFF2-40B4-BE49-F238E27FC236}">
                <a16:creationId xmlns:a16="http://schemas.microsoft.com/office/drawing/2014/main" id="{09A87A47-7C05-B0AE-056C-1DF51DC83E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F25E18-4377-4EF8-9F68-54F1A4CDCAA3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pPr marL="0" marR="0" lvl="0" indent="0" algn="l" defTabSz="9143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D2D3C0EF-42BC-986C-7D23-AC6AF0DB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11160000" cy="360099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  <a:ea typeface="Red Hat Text Medium" panose="02010303040201060303" pitchFamily="2" charset="0"/>
                <a:cs typeface="Red Hat Text Medium" panose="02010303040201060303" pitchFamily="2" charset="0"/>
              </a:rPr>
              <a:t>Conclusion</a:t>
            </a:r>
            <a:endParaRPr lang="de-DE" sz="2000" dirty="0">
              <a:solidFill>
                <a:schemeClr val="bg2"/>
              </a:solidFill>
            </a:endParaRPr>
          </a:p>
        </p:txBody>
      </p:sp>
      <p:cxnSp>
        <p:nvCxnSpPr>
          <p:cNvPr id="10" name="Gerader Verbinder 3">
            <a:extLst>
              <a:ext uri="{FF2B5EF4-FFF2-40B4-BE49-F238E27FC236}">
                <a16:creationId xmlns:a16="http://schemas.microsoft.com/office/drawing/2014/main" id="{99EFAE38-384E-B594-E392-C07D609729FF}"/>
              </a:ext>
            </a:extLst>
          </p:cNvPr>
          <p:cNvCxnSpPr>
            <a:cxnSpLocks/>
          </p:cNvCxnSpPr>
          <p:nvPr/>
        </p:nvCxnSpPr>
        <p:spPr>
          <a:xfrm>
            <a:off x="539999" y="1438261"/>
            <a:ext cx="357486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05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2CDB986-B796-4062-9371-66970A8817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9" imgH="429" progId="TCLayout.ActiveDocument.1">
                  <p:embed/>
                </p:oleObj>
              </mc:Choice>
              <mc:Fallback>
                <p:oleObj name="think-cell Folie" r:id="rId4" imgW="429" imgH="429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2CDB986-B796-4062-9371-66970A881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22F3A644-D335-736A-95E7-151C6D92F5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0000" y="2808287"/>
            <a:ext cx="5464175" cy="736601"/>
          </a:xfrm>
          <a:prstGeom prst="rect">
            <a:avLst/>
          </a:prstGeom>
          <a:noFill/>
        </p:spPr>
        <p:txBody>
          <a:bodyPr vert="horz" l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600" b="1" dirty="0" err="1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Thank</a:t>
            </a:r>
            <a:r>
              <a:rPr lang="da-DK" sz="26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 </a:t>
            </a:r>
            <a:r>
              <a:rPr lang="da-DK" sz="2600" b="1" dirty="0" err="1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you</a:t>
            </a:r>
            <a:r>
              <a:rPr lang="da-DK" sz="2600" b="1" dirty="0">
                <a:solidFill>
                  <a:srgbClr val="FFFFFF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!</a:t>
            </a:r>
            <a:endParaRPr lang="de-DE" sz="2600" b="1" dirty="0">
              <a:solidFill>
                <a:srgbClr val="FFFFFF"/>
              </a:solidFill>
              <a:latin typeface="+mj-lt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A80CBD2C-9F2E-118A-85A6-9356337E82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40000" y="4049713"/>
            <a:ext cx="4737100" cy="692616"/>
          </a:xfrm>
          <a:prstGeom prst="rect">
            <a:avLst/>
          </a:prstGeom>
          <a:noFill/>
        </p:spPr>
        <p:txBody>
          <a:bodyPr lIns="0" anchor="t">
            <a:normAutofit/>
          </a:bodyPr>
          <a:lstStyle/>
          <a:p>
            <a:pPr marL="0" indent="0">
              <a:buNone/>
            </a:pPr>
            <a:endParaRPr lang="en-US" sz="1600" cap="none" dirty="0">
              <a:solidFill>
                <a:srgbClr val="FFFFFF"/>
              </a:solidFill>
              <a:latin typeface="+mn-lt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EFBBA45-155F-DF32-2F79-49E17A29E7ED}"/>
              </a:ext>
            </a:extLst>
          </p:cNvPr>
          <p:cNvSpPr/>
          <p:nvPr/>
        </p:nvSpPr>
        <p:spPr>
          <a:xfrm>
            <a:off x="540000" y="5247154"/>
            <a:ext cx="3187186" cy="887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2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PTU-Master Sonderfolien">
  <a:themeElements>
    <a:clrScheme name="RPTU - 221118">
      <a:dk1>
        <a:srgbClr val="507189"/>
      </a:dk1>
      <a:lt1>
        <a:srgbClr val="77B6BA"/>
      </a:lt1>
      <a:dk2>
        <a:srgbClr val="042C58"/>
      </a:dk2>
      <a:lt2>
        <a:srgbClr val="69B2E7"/>
      </a:lt2>
      <a:accent1>
        <a:srgbClr val="006B6B"/>
      </a:accent1>
      <a:accent2>
        <a:srgbClr val="26D07C"/>
      </a:accent2>
      <a:accent3>
        <a:srgbClr val="4C3475"/>
      </a:accent3>
      <a:accent4>
        <a:srgbClr val="D13896"/>
      </a:accent4>
      <a:accent5>
        <a:srgbClr val="E31B4C"/>
      </a:accent5>
      <a:accent6>
        <a:srgbClr val="FFA251"/>
      </a:accent6>
      <a:hlink>
        <a:srgbClr val="000000"/>
      </a:hlink>
      <a:folHlink>
        <a:srgbClr val="FFFFF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D230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500" cap="none" dirty="0" err="1">
            <a:latin typeface="Montserrat" panose="00000500000000000000" pitchFamily="2" charset="0"/>
            <a:sym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31007_02_RPTU ppt-template (komplex, arial)" id="{AB24CD05-1DEC-334C-81D1-F29720F5AE00}" vid="{59897836-143C-E24D-ADE8-BF41AD234E72}"/>
    </a:ext>
  </a:extLst>
</a:theme>
</file>

<file path=ppt/theme/theme2.xml><?xml version="1.0" encoding="utf-8"?>
<a:theme xmlns:a="http://schemas.openxmlformats.org/drawingml/2006/main" name="2_RPTU-Master Sonderfolien">
  <a:themeElements>
    <a:clrScheme name="RPTU - 221118">
      <a:dk1>
        <a:srgbClr val="507189"/>
      </a:dk1>
      <a:lt1>
        <a:srgbClr val="77B6BA"/>
      </a:lt1>
      <a:dk2>
        <a:srgbClr val="042C58"/>
      </a:dk2>
      <a:lt2>
        <a:srgbClr val="69B2E7"/>
      </a:lt2>
      <a:accent1>
        <a:srgbClr val="006B6B"/>
      </a:accent1>
      <a:accent2>
        <a:srgbClr val="26D07C"/>
      </a:accent2>
      <a:accent3>
        <a:srgbClr val="4C3475"/>
      </a:accent3>
      <a:accent4>
        <a:srgbClr val="D13896"/>
      </a:accent4>
      <a:accent5>
        <a:srgbClr val="E31B4C"/>
      </a:accent5>
      <a:accent6>
        <a:srgbClr val="FFA251"/>
      </a:accent6>
      <a:hlink>
        <a:srgbClr val="000000"/>
      </a:hlink>
      <a:folHlink>
        <a:srgbClr val="FFFFF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D230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500" cap="none" dirty="0" err="1">
            <a:latin typeface="Montserrat" panose="00000500000000000000" pitchFamily="2" charset="0"/>
            <a:sym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31007_02_RPTU ppt-template (komplex, arial)" id="{AB24CD05-1DEC-334C-81D1-F29720F5AE00}" vid="{C6135C70-C9C7-CE4B-938C-17F602FEFD60}"/>
    </a:ext>
  </a:extLst>
</a:theme>
</file>

<file path=ppt/theme/theme3.xml><?xml version="1.0" encoding="utf-8"?>
<a:theme xmlns:a="http://schemas.openxmlformats.org/drawingml/2006/main" name="1_RPTU-Master Sonderfolien">
  <a:themeElements>
    <a:clrScheme name="RPTU - 221118">
      <a:dk1>
        <a:srgbClr val="507189"/>
      </a:dk1>
      <a:lt1>
        <a:srgbClr val="77B6BA"/>
      </a:lt1>
      <a:dk2>
        <a:srgbClr val="042C58"/>
      </a:dk2>
      <a:lt2>
        <a:srgbClr val="69B2E7"/>
      </a:lt2>
      <a:accent1>
        <a:srgbClr val="006B6B"/>
      </a:accent1>
      <a:accent2>
        <a:srgbClr val="26D07C"/>
      </a:accent2>
      <a:accent3>
        <a:srgbClr val="4C3475"/>
      </a:accent3>
      <a:accent4>
        <a:srgbClr val="D13896"/>
      </a:accent4>
      <a:accent5>
        <a:srgbClr val="E31B4C"/>
      </a:accent5>
      <a:accent6>
        <a:srgbClr val="FFA251"/>
      </a:accent6>
      <a:hlink>
        <a:srgbClr val="000000"/>
      </a:hlink>
      <a:folHlink>
        <a:srgbClr val="FFFFF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D230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500" cap="none" dirty="0" err="1">
            <a:latin typeface="Montserrat" panose="00000500000000000000" pitchFamily="2" charset="0"/>
            <a:sym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31007_02_RPTU ppt-template (komplex, arial)" id="{AB24CD05-1DEC-334C-81D1-F29720F5AE00}" vid="{81F6B219-16FB-CD4E-84AC-78AFD260411E}"/>
    </a:ext>
  </a:extLst>
</a:theme>
</file>

<file path=ppt/theme/theme4.xml><?xml version="1.0" encoding="utf-8"?>
<a:theme xmlns:a="http://schemas.openxmlformats.org/drawingml/2006/main" name="3_RPTU-Master Sonderfolien">
  <a:themeElements>
    <a:clrScheme name="RPTU - 221118">
      <a:dk1>
        <a:srgbClr val="507189"/>
      </a:dk1>
      <a:lt1>
        <a:srgbClr val="77B6BA"/>
      </a:lt1>
      <a:dk2>
        <a:srgbClr val="042C58"/>
      </a:dk2>
      <a:lt2>
        <a:srgbClr val="69B2E7"/>
      </a:lt2>
      <a:accent1>
        <a:srgbClr val="006B6B"/>
      </a:accent1>
      <a:accent2>
        <a:srgbClr val="26D07C"/>
      </a:accent2>
      <a:accent3>
        <a:srgbClr val="4C3475"/>
      </a:accent3>
      <a:accent4>
        <a:srgbClr val="D13896"/>
      </a:accent4>
      <a:accent5>
        <a:srgbClr val="E31B4C"/>
      </a:accent5>
      <a:accent6>
        <a:srgbClr val="FFA251"/>
      </a:accent6>
      <a:hlink>
        <a:srgbClr val="000000"/>
      </a:hlink>
      <a:folHlink>
        <a:srgbClr val="FFFFF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D230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500" cap="none" dirty="0" err="1">
            <a:latin typeface="Montserrat" panose="00000500000000000000" pitchFamily="2" charset="0"/>
            <a:sym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31007_02_RPTU ppt-template (komplex, arial)" id="{AB24CD05-1DEC-334C-81D1-F29720F5AE00}" vid="{A4F00690-E8E5-2B4A-8821-3A7E130435E1}"/>
    </a:ext>
  </a:extLst>
</a:theme>
</file>

<file path=ppt/theme/theme5.xml><?xml version="1.0" encoding="utf-8"?>
<a:theme xmlns:a="http://schemas.openxmlformats.org/drawingml/2006/main" name="4_RPTU-Master Sonderfolien">
  <a:themeElements>
    <a:clrScheme name="RPTU - 221118">
      <a:dk1>
        <a:srgbClr val="507189"/>
      </a:dk1>
      <a:lt1>
        <a:srgbClr val="77B6BA"/>
      </a:lt1>
      <a:dk2>
        <a:srgbClr val="042C58"/>
      </a:dk2>
      <a:lt2>
        <a:srgbClr val="69B2E7"/>
      </a:lt2>
      <a:accent1>
        <a:srgbClr val="006B6B"/>
      </a:accent1>
      <a:accent2>
        <a:srgbClr val="26D07C"/>
      </a:accent2>
      <a:accent3>
        <a:srgbClr val="4C3475"/>
      </a:accent3>
      <a:accent4>
        <a:srgbClr val="D13896"/>
      </a:accent4>
      <a:accent5>
        <a:srgbClr val="E31B4C"/>
      </a:accent5>
      <a:accent6>
        <a:srgbClr val="FFA251"/>
      </a:accent6>
      <a:hlink>
        <a:srgbClr val="000000"/>
      </a:hlink>
      <a:folHlink>
        <a:srgbClr val="FFFFF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D230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500" cap="none" dirty="0" err="1">
            <a:latin typeface="Montserrat" panose="00000500000000000000" pitchFamily="2" charset="0"/>
            <a:sym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31007_02_RPTU ppt-template (komplex, arial)" id="{AB24CD05-1DEC-334C-81D1-F29720F5AE00}" vid="{A966ED60-D1CA-FA42-B1C3-AB7E5C624AF5}"/>
    </a:ext>
  </a:extLst>
</a:theme>
</file>

<file path=ppt/theme/theme6.xml><?xml version="1.0" encoding="utf-8"?>
<a:theme xmlns:a="http://schemas.openxmlformats.org/drawingml/2006/main" name="RPTUMaster - Inhaltsfolien">
  <a:themeElements>
    <a:clrScheme name="RPTU - 221118">
      <a:dk1>
        <a:srgbClr val="507189"/>
      </a:dk1>
      <a:lt1>
        <a:srgbClr val="77B6BA"/>
      </a:lt1>
      <a:dk2>
        <a:srgbClr val="042C58"/>
      </a:dk2>
      <a:lt2>
        <a:srgbClr val="69B2E7"/>
      </a:lt2>
      <a:accent1>
        <a:srgbClr val="006B6B"/>
      </a:accent1>
      <a:accent2>
        <a:srgbClr val="26D07C"/>
      </a:accent2>
      <a:accent3>
        <a:srgbClr val="4C3475"/>
      </a:accent3>
      <a:accent4>
        <a:srgbClr val="D13896"/>
      </a:accent4>
      <a:accent5>
        <a:srgbClr val="E31B4C"/>
      </a:accent5>
      <a:accent6>
        <a:srgbClr val="FFA251"/>
      </a:accent6>
      <a:hlink>
        <a:srgbClr val="000000"/>
      </a:hlink>
      <a:folHlink>
        <a:srgbClr val="FFFFF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0" tIns="0" rIns="0" bIns="0" rtlCol="0" anchor="ctr"/>
      <a:lstStyle>
        <a:defPPr algn="ctr"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D230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500" cap="none" dirty="0" err="1">
            <a:latin typeface="Montserrat" panose="00000500000000000000" pitchFamily="2" charset="0"/>
            <a:sym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31007_02_RPTU ppt-template (komplex, arial)" id="{AB24CD05-1DEC-334C-81D1-F29720F5AE00}" vid="{BCBB4838-284E-6247-B791-9B2A3C52C486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231007_02_RPTU ppt-template (komplex, arial)</Template>
  <TotalTime>11810</TotalTime>
  <Words>2397</Words>
  <Application>Microsoft Office PowerPoint</Application>
  <PresentationFormat>Widescreen</PresentationFormat>
  <Paragraphs>736</Paragraphs>
  <Slides>35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Arial</vt:lpstr>
      <vt:lpstr>Arial Black</vt:lpstr>
      <vt:lpstr>Avenir Next LT Pro</vt:lpstr>
      <vt:lpstr>Calibri</vt:lpstr>
      <vt:lpstr>Courier New</vt:lpstr>
      <vt:lpstr>Montserrat</vt:lpstr>
      <vt:lpstr>Red Hat Text</vt:lpstr>
      <vt:lpstr>Red Hat Text Medium</vt:lpstr>
      <vt:lpstr>Systemschrift Normal</vt:lpstr>
      <vt:lpstr>Times New Roman</vt:lpstr>
      <vt:lpstr>Wingdings</vt:lpstr>
      <vt:lpstr>RPTU-Master Sonderfolien</vt:lpstr>
      <vt:lpstr>2_RPTU-Master Sonderfolien</vt:lpstr>
      <vt:lpstr>1_RPTU-Master Sonderfolien</vt:lpstr>
      <vt:lpstr>3_RPTU-Master Sonderfolien</vt:lpstr>
      <vt:lpstr>4_RPTU-Master Sonderfolien</vt:lpstr>
      <vt:lpstr>RPTUMaster - Inhaltsfolien</vt:lpstr>
      <vt:lpstr>think-cell Folie</vt:lpstr>
      <vt:lpstr>Machine Learning for  Data Imputation,  Real-time Reconstruction &amp; Synthetic Data Generation  in V2X Communication</vt:lpstr>
      <vt:lpstr>Agenda</vt:lpstr>
      <vt:lpstr>PowerPoint Presentation</vt:lpstr>
      <vt:lpstr>Introduction </vt:lpstr>
      <vt:lpstr>Introduction Problem Statement</vt:lpstr>
      <vt:lpstr>Introduction Machine Learning for V2X Data</vt:lpstr>
      <vt:lpstr>Introduction Machine Learning for V2X Data</vt:lpstr>
      <vt:lpstr>PowerPoint Presentation</vt:lpstr>
      <vt:lpstr>Berlin V2X Dataset Dataset Description</vt:lpstr>
      <vt:lpstr>Berlin V2X Dataset Cellular Dataset</vt:lpstr>
      <vt:lpstr>Berlin V2X Dataset Data Analysis</vt:lpstr>
      <vt:lpstr>Berlin V2X Dataset Data Analysis</vt:lpstr>
      <vt:lpstr>Berlin V2X Dataset Data Analysis</vt:lpstr>
      <vt:lpstr>PowerPoint Presentation</vt:lpstr>
      <vt:lpstr>Data Imputation Data Preparation</vt:lpstr>
      <vt:lpstr>Data Imputation Data Imputation Methods</vt:lpstr>
      <vt:lpstr>Data Imputation Data Imputation Methods</vt:lpstr>
      <vt:lpstr>Data Imputation Data Imputation Methods</vt:lpstr>
      <vt:lpstr>Data Imputation Evaluation Methods</vt:lpstr>
      <vt:lpstr>Data Imputation Results</vt:lpstr>
      <vt:lpstr>PowerPoint Presentation</vt:lpstr>
      <vt:lpstr>Data Generation Purpose of Synthetic Data</vt:lpstr>
      <vt:lpstr>Data Generation Data Generation Methods</vt:lpstr>
      <vt:lpstr>Data Generation Data Generation Methods</vt:lpstr>
      <vt:lpstr>Data Generation Data Generation Methods</vt:lpstr>
      <vt:lpstr>Data Imputation Data Generation Methods- Training Process</vt:lpstr>
      <vt:lpstr>Data Imputation Data Generation Methods</vt:lpstr>
      <vt:lpstr>Data Generation Data Generation Methods</vt:lpstr>
      <vt:lpstr>Data Generation Evaluation Methods</vt:lpstr>
      <vt:lpstr>Data Generation Evaluation Methods</vt:lpstr>
      <vt:lpstr>Data Generation Results</vt:lpstr>
      <vt:lpstr>Data Generation Results</vt:lpstr>
      <vt:lpstr>Data Generation Results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Kansara</dc:creator>
  <cp:keywords/>
  <dc:description/>
  <cp:lastModifiedBy>Aditya Kansara</cp:lastModifiedBy>
  <cp:revision>44</cp:revision>
  <dcterms:created xsi:type="dcterms:W3CDTF">2026-06-29T11:42:23Z</dcterms:created>
  <dcterms:modified xsi:type="dcterms:W3CDTF">2026-07-09T12:22:11Z</dcterms:modified>
  <cp:category/>
</cp:coreProperties>
</file>